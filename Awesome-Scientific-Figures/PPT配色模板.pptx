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61" r:id="rId5"/>
    <p:sldId id="287" r:id="rId6"/>
    <p:sldId id="295"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71" autoAdjust="0"/>
    <p:restoredTop sz="94660"/>
  </p:normalViewPr>
  <p:slideViewPr>
    <p:cSldViewPr snapToGrid="0">
      <p:cViewPr>
        <p:scale>
          <a:sx n="75" d="100"/>
          <a:sy n="75" d="100"/>
        </p:scale>
        <p:origin x="918" y="9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ACF6C7-0954-4E75-99FB-95765CF2DF99}" type="datetimeFigureOut">
              <a:rPr lang="zh-CN" altLang="en-US" smtClean="0"/>
              <a:t>2025/10/16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03DA5F-75DC-4639-8170-8E8D4108627E}" type="slidenum">
              <a:rPr lang="zh-CN" altLang="en-US" smtClean="0"/>
              <a:t>‹#›</a:t>
            </a:fld>
            <a:endParaRPr lang="zh-CN" altLang="en-US"/>
          </a:p>
        </p:txBody>
      </p:sp>
    </p:spTree>
    <p:extLst>
      <p:ext uri="{BB962C8B-B14F-4D97-AF65-F5344CB8AC3E}">
        <p14:creationId xmlns:p14="http://schemas.microsoft.com/office/powerpoint/2010/main" val="375168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air.ai/" TargetMode="External"/><Relationship Id="rId7" Type="http://schemas.openxmlformats.org/officeDocument/2006/relationships/hyperlink" Target="https://join.slack.com/t/dairai/shared_invite/zt-dv2dwzj7-F9HT047jIGkunNKv88lQ~g"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github.com/dair-ai/visuals/issues/new" TargetMode="External"/><Relationship Id="rId5" Type="http://schemas.openxmlformats.org/officeDocument/2006/relationships/hyperlink" Target="mailto:ellfae@gmail.com" TargetMode="External"/><Relationship Id="rId4" Type="http://schemas.openxmlformats.org/officeDocument/2006/relationships/hyperlink" Target="https://github.com/dair-ai/ml-visuals"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twitter.com/srvmshr"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arxiv.org/abs/1706.03762"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panose="020B0604020202020204"/>
              <a:buNone/>
            </a:pPr>
            <a:r>
              <a:rPr lang="en-GB" sz="1200">
                <a:solidFill>
                  <a:srgbClr val="24292E"/>
                </a:solidFill>
                <a:highlight>
                  <a:srgbClr val="FFFFFF"/>
                </a:highlight>
              </a:rPr>
              <a:t>ML Visuals is a new collaborative effort to help the machine learning community in improving science communication by using more professional, compelling and adequate visuals and figures. You are free to use the visuals in your presentations or blog posts. You don’t need to ask permission to use any of the visuals but it will be nice if you can provide credit to the designer/author (author information found in the slide notes).</a:t>
            </a: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panose="020B0604020202020204"/>
              <a:buNone/>
            </a:pPr>
            <a:r>
              <a:rPr lang="en-GB" sz="1200">
                <a:solidFill>
                  <a:srgbClr val="24292E"/>
                </a:solidFill>
                <a:highlight>
                  <a:srgbClr val="FFFFFF"/>
                </a:highlight>
              </a:rPr>
              <a:t>This is a project made by the </a:t>
            </a:r>
            <a:r>
              <a:rPr lang="en-GB" sz="1200" u="sng">
                <a:solidFill>
                  <a:schemeClr val="hlink"/>
                </a:solidFill>
                <a:highlight>
                  <a:srgbClr val="FFFFFF"/>
                </a:highlight>
                <a:hlinkClick r:id="rId3"/>
              </a:rPr>
              <a:t>dair.ai </a:t>
            </a:r>
            <a:r>
              <a:rPr lang="en-GB" sz="1200">
                <a:solidFill>
                  <a:srgbClr val="24292E"/>
                </a:solidFill>
                <a:highlight>
                  <a:srgbClr val="FFFFFF"/>
                </a:highlight>
              </a:rPr>
              <a:t>community and maintained in this </a:t>
            </a:r>
            <a:r>
              <a:rPr lang="en-GB" sz="1200" u="sng">
                <a:solidFill>
                  <a:schemeClr val="hlink"/>
                </a:solidFill>
                <a:highlight>
                  <a:srgbClr val="FFFFFF"/>
                </a:highlight>
                <a:hlinkClick r:id="rId4"/>
              </a:rPr>
              <a:t>GitHub repo</a:t>
            </a:r>
            <a:r>
              <a:rPr lang="en-GB" sz="1200">
                <a:solidFill>
                  <a:srgbClr val="24292E"/>
                </a:solidFill>
                <a:highlight>
                  <a:srgbClr val="FFFFFF"/>
                </a:highlight>
              </a:rPr>
              <a:t>. Our community members will continue to add more common figures and basic elements in upcoming versions. Think of this as free and open artefacts and templates which you can freely and easily download, copy, distribute, reuse and customize to your own needs. I am maintaining this set of slides on a bi-weekly basis where I will regularly organize and keep the slides clean from spam or unfinished content. </a:t>
            </a:r>
            <a:endParaRPr sz="1200">
              <a:solidFill>
                <a:srgbClr val="24292E"/>
              </a:solidFill>
              <a:highlight>
                <a:srgbClr val="FFFFFF"/>
              </a:highlight>
            </a:endParaRPr>
          </a:p>
          <a:p>
            <a:pPr marL="0" lvl="0" indent="0" algn="l" rtl="0">
              <a:lnSpc>
                <a:spcPct val="115000"/>
              </a:lnSpc>
              <a:spcBef>
                <a:spcPts val="1200"/>
              </a:spcBef>
              <a:spcAft>
                <a:spcPts val="0"/>
              </a:spcAft>
              <a:buNone/>
            </a:pPr>
            <a:r>
              <a:rPr lang="en-GB" sz="1200" b="1">
                <a:solidFill>
                  <a:srgbClr val="24292E"/>
                </a:solidFill>
                <a:highlight>
                  <a:srgbClr val="FFFFFF"/>
                </a:highlight>
              </a:rPr>
              <a:t>IMPORTANT NOTE:</a:t>
            </a:r>
            <a:r>
              <a:rPr lang="en-GB" sz="1200">
                <a:solidFill>
                  <a:srgbClr val="24292E"/>
                </a:solidFill>
                <a:highlight>
                  <a:srgbClr val="FFFFFF"/>
                </a:highlight>
              </a:rPr>
              <a:t> Please don’t request editing permission if you do not plan to add anything to the slides. If you want to edit the slides for your own purposes, just make a copy of the slides. </a:t>
            </a:r>
            <a:endParaRPr sz="1200">
              <a:solidFill>
                <a:srgbClr val="24292E"/>
              </a:solidFill>
              <a:highlight>
                <a:srgbClr val="FFFFFF"/>
              </a:highlight>
            </a:endParaRPr>
          </a:p>
          <a:p>
            <a:pPr marL="0" lvl="0" indent="0" algn="l" rtl="0">
              <a:lnSpc>
                <a:spcPct val="115000"/>
              </a:lnSpc>
              <a:spcBef>
                <a:spcPts val="1200"/>
              </a:spcBef>
              <a:spcAft>
                <a:spcPts val="0"/>
              </a:spcAft>
              <a:buNone/>
            </a:pPr>
            <a:r>
              <a:rPr lang="en-GB" sz="1200" b="1">
                <a:solidFill>
                  <a:srgbClr val="24292E"/>
                </a:solidFill>
                <a:highlight>
                  <a:srgbClr val="FFFFFF"/>
                </a:highlight>
              </a:rPr>
              <a:t>Contributing:</a:t>
            </a:r>
            <a:r>
              <a:rPr lang="en-GB" sz="1200">
                <a:solidFill>
                  <a:srgbClr val="24292E"/>
                </a:solidFill>
                <a:highlight>
                  <a:srgbClr val="FFFFFF"/>
                </a:highlight>
              </a:rPr>
              <a:t> To add your own custom figures, simply add a new slide and reuse any of the basic visual components (remember to request edit permissions). We encourage authors/designers to add their visuals here and allow others to reuse them. Make sure to include your author information (in the notes section of the slide) so that others can provide the proper credit if they use the visuals elsewhere (e.g. blog/presentations). Add your name and email just in case someone has any questions related to the figures you added. Also, provide a short description of your visual to help the user understand what it is about and how they can use it. If you need "Edit" permission, just click on the "request edit access" option under the "view only" toolbar above or send me an email at </a:t>
            </a:r>
            <a:r>
              <a:rPr lang="en-GB" sz="1200" u="sng">
                <a:solidFill>
                  <a:schemeClr val="hlink"/>
                </a:solidFill>
                <a:highlight>
                  <a:srgbClr val="FFFFFF"/>
                </a:highlight>
                <a:hlinkClick r:id="rId5"/>
              </a:rPr>
              <a:t>ellfae@gmail.com</a:t>
            </a:r>
            <a:r>
              <a:rPr lang="en-GB" sz="1200">
                <a:solidFill>
                  <a:srgbClr val="24292E"/>
                </a:solidFill>
                <a:highlight>
                  <a:srgbClr val="FFFFFF"/>
                </a:highlight>
              </a:rPr>
              <a:t>. If you have editing rights, please make sure not to delete any of the work that other authors have added. You can try to improve it by creating a new slide and adding that improved version (that’s actually encouraged). </a:t>
            </a:r>
            <a:endParaRPr sz="1200">
              <a:solidFill>
                <a:srgbClr val="24292E"/>
              </a:solidFill>
              <a:highlight>
                <a:srgbClr val="FFFFFF"/>
              </a:highlight>
            </a:endParaRPr>
          </a:p>
          <a:p>
            <a:pPr marL="0" lvl="0" indent="0" algn="l" rtl="0">
              <a:lnSpc>
                <a:spcPct val="115000"/>
              </a:lnSpc>
              <a:spcBef>
                <a:spcPts val="1200"/>
              </a:spcBef>
              <a:spcAft>
                <a:spcPts val="0"/>
              </a:spcAft>
              <a:buClr>
                <a:schemeClr val="dk1"/>
              </a:buClr>
              <a:buSzPts val="1100"/>
              <a:buFont typeface="Arial" panose="020B0604020202020204"/>
              <a:buNone/>
            </a:pPr>
            <a:r>
              <a:rPr lang="en-GB" sz="1200">
                <a:solidFill>
                  <a:srgbClr val="24292E"/>
                </a:solidFill>
                <a:highlight>
                  <a:srgbClr val="FFFFFF"/>
                </a:highlight>
              </a:rPr>
              <a:t>Downloading a figure from any of the slides is easy. Just click on File→Download→(choose your format).</a:t>
            </a:r>
            <a:endParaRPr sz="1200">
              <a:solidFill>
                <a:srgbClr val="24292E"/>
              </a:solidFill>
              <a:highlight>
                <a:srgbClr val="FFFFFF"/>
              </a:highlight>
            </a:endParaRPr>
          </a:p>
          <a:p>
            <a:pPr marL="0" lvl="0" indent="0" algn="l" rtl="0">
              <a:lnSpc>
                <a:spcPct val="115000"/>
              </a:lnSpc>
              <a:spcBef>
                <a:spcPts val="1200"/>
              </a:spcBef>
              <a:spcAft>
                <a:spcPts val="0"/>
              </a:spcAft>
              <a:buNone/>
            </a:pPr>
            <a:r>
              <a:rPr lang="en-GB" sz="1200">
                <a:solidFill>
                  <a:srgbClr val="24292E"/>
                </a:solidFill>
                <a:highlight>
                  <a:srgbClr val="FFFFFF"/>
                </a:highlight>
              </a:rPr>
              <a:t>If you need help with customizing a figure or have an idea of something that could be valuable to others, we can help. Just open an issue </a:t>
            </a:r>
            <a:r>
              <a:rPr lang="en-GB" sz="1200">
                <a:solidFill>
                  <a:srgbClr val="0366D6"/>
                </a:solidFill>
                <a:highlight>
                  <a:srgbClr val="FFFFFF"/>
                </a:highlight>
                <a:uFill>
                  <a:noFill/>
                </a:uFill>
                <a:hlinkClick r:id="rId6"/>
              </a:rPr>
              <a:t>here</a:t>
            </a:r>
            <a:r>
              <a:rPr lang="en-GB" sz="1200">
                <a:solidFill>
                  <a:srgbClr val="24292E"/>
                </a:solidFill>
                <a:highlight>
                  <a:srgbClr val="FFFFFF"/>
                </a:highlight>
              </a:rPr>
              <a:t> and we will do our best to come up with the visual. Thanks.</a:t>
            </a:r>
            <a:endParaRPr sz="1200">
              <a:solidFill>
                <a:srgbClr val="24292E"/>
              </a:solidFill>
              <a:highlight>
                <a:srgbClr val="FFFFFF"/>
              </a:highlight>
            </a:endParaRPr>
          </a:p>
          <a:p>
            <a:pPr marL="0" lvl="0" indent="0" algn="l" rtl="0">
              <a:lnSpc>
                <a:spcPct val="115000"/>
              </a:lnSpc>
              <a:spcBef>
                <a:spcPts val="0"/>
              </a:spcBef>
              <a:spcAft>
                <a:spcPts val="0"/>
              </a:spcAft>
              <a:buNone/>
            </a:pPr>
            <a:endParaRPr sz="1200">
              <a:solidFill>
                <a:srgbClr val="24292E"/>
              </a:solidFill>
              <a:highlight>
                <a:srgbClr val="FFFFFF"/>
              </a:highlight>
            </a:endParaRPr>
          </a:p>
          <a:p>
            <a:pPr marL="0" lvl="0" indent="0" algn="l" rtl="0">
              <a:lnSpc>
                <a:spcPct val="115000"/>
              </a:lnSpc>
              <a:spcBef>
                <a:spcPts val="0"/>
              </a:spcBef>
              <a:spcAft>
                <a:spcPts val="0"/>
              </a:spcAft>
              <a:buNone/>
            </a:pPr>
            <a:r>
              <a:rPr lang="en-GB" sz="1200">
                <a:solidFill>
                  <a:srgbClr val="24292E"/>
                </a:solidFill>
                <a:highlight>
                  <a:srgbClr val="FFFFFF"/>
                </a:highlight>
              </a:rPr>
              <a:t>Feel free to ask us anything related to this project in our </a:t>
            </a:r>
            <a:r>
              <a:rPr lang="en-GB" sz="1200" u="sng">
                <a:solidFill>
                  <a:schemeClr val="hlink"/>
                </a:solidFill>
                <a:highlight>
                  <a:srgbClr val="FFFFFF"/>
                </a:highlight>
                <a:hlinkClick r:id="rId7"/>
              </a:rPr>
              <a:t>Slack</a:t>
            </a:r>
            <a:r>
              <a:rPr lang="en-GB" sz="1200">
                <a:solidFill>
                  <a:srgbClr val="24292E"/>
                </a:solidFill>
                <a:highlight>
                  <a:srgbClr val="FFFFFF"/>
                </a:highlight>
              </a:rPr>
              <a:t> group.</a:t>
            </a:r>
            <a:endParaRPr sz="1200">
              <a:solidFill>
                <a:srgbClr val="24292E"/>
              </a:solidFill>
              <a:highlight>
                <a:srgbClr val="FFFFFF"/>
              </a:highlight>
            </a:endParaRPr>
          </a:p>
          <a:p>
            <a:pPr marL="0" lvl="0" indent="0" algn="l" rtl="0">
              <a:spcBef>
                <a:spcPts val="0"/>
              </a:spcBef>
              <a:spcAft>
                <a:spcPts val="0"/>
              </a:spcAft>
              <a:buNone/>
            </a:pPr>
            <a:endParaRPr sz="1200">
              <a:solidFill>
                <a:srgbClr val="24292E"/>
              </a:solidFill>
              <a:highlight>
                <a:srgbClr val="FFFFFF"/>
              </a:highligh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78327f1586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78327f1586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p>
          <a:p>
            <a:pPr marL="457200" lvl="0" indent="-298450" algn="l" rtl="0">
              <a:spcBef>
                <a:spcPts val="0"/>
              </a:spcBef>
              <a:spcAft>
                <a:spcPts val="0"/>
              </a:spcAft>
              <a:buSzPts val="1100"/>
              <a:buChar char="-"/>
            </a:pPr>
            <a:r>
              <a:rPr lang="en-GB"/>
              <a:t>Basic components go here.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8327f158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8327f158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p>
          <a:p>
            <a:pPr marL="457200" lvl="0" indent="-298450" algn="l" rtl="0">
              <a:spcBef>
                <a:spcPts val="0"/>
              </a:spcBef>
              <a:spcAft>
                <a:spcPts val="0"/>
              </a:spcAft>
              <a:buSzPts val="1100"/>
              <a:buChar char="-"/>
            </a:pPr>
            <a:r>
              <a:rPr lang="en-GB"/>
              <a:t>This is a simple round rectangle that can represent some process, operation, or transformation</a:t>
            </a:r>
          </a:p>
          <a:p>
            <a:pPr marL="0" lvl="0" indent="0" algn="l" rtl="0">
              <a:spcBef>
                <a:spcPts val="0"/>
              </a:spcBef>
              <a:spcAft>
                <a:spcPts val="0"/>
              </a:spcAft>
              <a:buNone/>
            </a:pPr>
            <a:endParaRPr lang="en-GB"/>
          </a:p>
          <a:p>
            <a:pPr marL="0" lvl="0" indent="0" algn="l" rtl="0">
              <a:spcBef>
                <a:spcPts val="0"/>
              </a:spcBef>
              <a:spcAft>
                <a:spcPts val="0"/>
              </a:spcAft>
              <a:buNone/>
            </a:pPr>
            <a:endParaRPr lang="en-GB"/>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78327f1586_0_1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78327f1586_0_1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p>
          <a:p>
            <a:pPr marL="457200" lvl="0" indent="-298450" algn="l" rtl="0">
              <a:spcBef>
                <a:spcPts val="0"/>
              </a:spcBef>
              <a:spcAft>
                <a:spcPts val="0"/>
              </a:spcAft>
              <a:buSzPts val="1100"/>
              <a:buChar char="-"/>
            </a:pPr>
            <a:r>
              <a:rPr lang="en-GB"/>
              <a:t>Can represent a neuron or some arbitrary operation</a:t>
            </a: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1"/>
        <p:cNvGrpSpPr/>
        <p:nvPr/>
      </p:nvGrpSpPr>
      <p:grpSpPr>
        <a:xfrm>
          <a:off x="0" y="0"/>
          <a:ext cx="0" cy="0"/>
          <a:chOff x="0" y="0"/>
          <a:chExt cx="0" cy="0"/>
        </a:xfrm>
      </p:grpSpPr>
      <p:sp>
        <p:nvSpPr>
          <p:cNvPr id="1622" name="Google Shape;1622;g862c40195a_31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3" name="Google Shape;1623;g862c40195a_31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solidFill>
                  <a:schemeClr val="dk1"/>
                </a:solidFill>
              </a:rPr>
              <a:t>Created By </a:t>
            </a:r>
            <a:r>
              <a:rPr lang="en-GB" u="sng">
                <a:solidFill>
                  <a:schemeClr val="accent5"/>
                </a:solidFill>
                <a:hlinkClick r:id="rId3"/>
              </a:rPr>
              <a:t>@srvmshr</a:t>
            </a:r>
            <a:endParaRPr>
              <a:solidFill>
                <a:schemeClr val="dk1"/>
              </a:solidFill>
            </a:endParaRPr>
          </a:p>
          <a:p>
            <a:pPr marL="0" lvl="0" indent="0" algn="l" rtl="0">
              <a:spcBef>
                <a:spcPts val="0"/>
              </a:spcBef>
              <a:spcAft>
                <a:spcPts val="0"/>
              </a:spcAft>
              <a:buNone/>
            </a:pPr>
            <a:r>
              <a:rPr lang="en-GB"/>
              <a:t>sourav@yahoo.com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4"/>
        <p:cNvGrpSpPr/>
        <p:nvPr/>
      </p:nvGrpSpPr>
      <p:grpSpPr>
        <a:xfrm>
          <a:off x="0" y="0"/>
          <a:ext cx="0" cy="0"/>
          <a:chOff x="0" y="0"/>
          <a:chExt cx="0" cy="0"/>
        </a:xfrm>
      </p:grpSpPr>
      <p:sp>
        <p:nvSpPr>
          <p:cNvPr id="3245" name="Google Shape;3245;g78327f1586_0_1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6" name="Google Shape;3246;g78327f1586_0_1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Note:</a:t>
            </a:r>
          </a:p>
          <a:p>
            <a:pPr marL="457200" lvl="0" indent="-298450" algn="l" rtl="0">
              <a:spcBef>
                <a:spcPts val="0"/>
              </a:spcBef>
              <a:spcAft>
                <a:spcPts val="0"/>
              </a:spcAft>
              <a:buSzPts val="1100"/>
              <a:buChar char="-"/>
            </a:pPr>
            <a:r>
              <a:rPr lang="en-GB"/>
              <a:t>Using the same visual components from before and a few new custom ones, I was able to come up with the Transformer architecture</a:t>
            </a:r>
          </a:p>
          <a:p>
            <a:pPr marL="457200" lvl="0" indent="-298450" algn="l" rtl="0">
              <a:spcBef>
                <a:spcPts val="0"/>
              </a:spcBef>
              <a:spcAft>
                <a:spcPts val="0"/>
              </a:spcAft>
              <a:buSzPts val="1100"/>
              <a:buChar char="-"/>
            </a:pPr>
            <a:r>
              <a:rPr lang="en-GB"/>
              <a:t>This is a reproduction of the Transformer architecture figure presented in the work of </a:t>
            </a:r>
            <a:r>
              <a:rPr lang="en-GB" u="sng">
                <a:solidFill>
                  <a:schemeClr val="hlink"/>
                </a:solidFill>
                <a:hlinkClick r:id="rId3"/>
              </a:rPr>
              <a:t>Vaswani et al. 2017</a:t>
            </a:r>
            <a:endParaRPr lang="en-GB" u="sng">
              <a:solidFill>
                <a:schemeClr val="hlink"/>
              </a:solidFill>
            </a:endParaRPr>
          </a:p>
          <a:p>
            <a:pPr marL="457200" lvl="0" indent="-298450" algn="l" rtl="0">
              <a:spcBef>
                <a:spcPts val="0"/>
              </a:spcBef>
              <a:spcAft>
                <a:spcPts val="0"/>
              </a:spcAft>
              <a:buSzPts val="1100"/>
              <a:buChar char="-"/>
            </a:pPr>
            <a:r>
              <a:rPr lang="en-GB"/>
              <a:t>You can further customize it however you want</a:t>
            </a:r>
          </a:p>
          <a:p>
            <a:pPr marL="0" lvl="0" indent="0" algn="l" rtl="0">
              <a:spcBef>
                <a:spcPts val="0"/>
              </a:spcBef>
              <a:spcAft>
                <a:spcPts val="0"/>
              </a:spcAft>
              <a:buNone/>
            </a:pPr>
            <a:endParaRPr lang="en-GB"/>
          </a:p>
          <a:p>
            <a:pPr marL="0" lvl="0" indent="0" algn="l" rtl="0">
              <a:spcBef>
                <a:spcPts val="0"/>
              </a:spcBef>
              <a:spcAft>
                <a:spcPts val="0"/>
              </a:spcAft>
              <a:buClr>
                <a:schemeClr val="dk1"/>
              </a:buClr>
              <a:buSzPts val="1100"/>
              <a:buFont typeface="Arial" panose="020B0604020202020204"/>
              <a:buNone/>
            </a:pPr>
            <a:r>
              <a:rPr lang="en-GB">
                <a:solidFill>
                  <a:schemeClr val="dk1"/>
                </a:solidFill>
              </a:rPr>
              <a:t>Author: Elvis Saravia (ellfae@gmail.com)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091675-9C4F-CC5A-00D7-440B061E73F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6121D59-0062-25F5-9079-BED18827D4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C68A5B7-F478-2192-E6CA-9D213557E0AB}"/>
              </a:ext>
            </a:extLst>
          </p:cNvPr>
          <p:cNvSpPr>
            <a:spLocks noGrp="1"/>
          </p:cNvSpPr>
          <p:nvPr>
            <p:ph type="dt" sz="half" idx="10"/>
          </p:nvPr>
        </p:nvSpPr>
        <p:spPr/>
        <p:txBody>
          <a:bodyPr/>
          <a:lstStyle/>
          <a:p>
            <a:fld id="{EE43DF34-7BE6-4D33-849A-EF64E999F3F7}" type="datetimeFigureOut">
              <a:rPr lang="zh-CN" altLang="en-US" smtClean="0"/>
              <a:t>2025/10/16</a:t>
            </a:fld>
            <a:endParaRPr lang="zh-CN" altLang="en-US"/>
          </a:p>
        </p:txBody>
      </p:sp>
      <p:sp>
        <p:nvSpPr>
          <p:cNvPr id="5" name="页脚占位符 4">
            <a:extLst>
              <a:ext uri="{FF2B5EF4-FFF2-40B4-BE49-F238E27FC236}">
                <a16:creationId xmlns:a16="http://schemas.microsoft.com/office/drawing/2014/main" id="{44FCC864-8469-90C0-6F13-B7ABA70F48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205DF0E-3479-27FB-7FBA-AC46723ED90A}"/>
              </a:ext>
            </a:extLst>
          </p:cNvPr>
          <p:cNvSpPr>
            <a:spLocks noGrp="1"/>
          </p:cNvSpPr>
          <p:nvPr>
            <p:ph type="sldNum" sz="quarter" idx="12"/>
          </p:nvPr>
        </p:nvSpPr>
        <p:spPr/>
        <p:txBody>
          <a:bodyPr/>
          <a:lstStyle/>
          <a:p>
            <a:fld id="{D4A44AD7-06D0-4973-8AB8-439C25E8BF31}" type="slidenum">
              <a:rPr lang="zh-CN" altLang="en-US" smtClean="0"/>
              <a:t>‹#›</a:t>
            </a:fld>
            <a:endParaRPr lang="zh-CN" altLang="en-US"/>
          </a:p>
        </p:txBody>
      </p:sp>
    </p:spTree>
    <p:extLst>
      <p:ext uri="{BB962C8B-B14F-4D97-AF65-F5344CB8AC3E}">
        <p14:creationId xmlns:p14="http://schemas.microsoft.com/office/powerpoint/2010/main" val="3696757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477861-902E-F335-DCBA-89C2A22B5E3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D50FAD0-4C39-AF58-77D7-5FC91E80C26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1667186-B66C-EF51-0E85-BFA26F66D1C7}"/>
              </a:ext>
            </a:extLst>
          </p:cNvPr>
          <p:cNvSpPr>
            <a:spLocks noGrp="1"/>
          </p:cNvSpPr>
          <p:nvPr>
            <p:ph type="dt" sz="half" idx="10"/>
          </p:nvPr>
        </p:nvSpPr>
        <p:spPr/>
        <p:txBody>
          <a:bodyPr/>
          <a:lstStyle/>
          <a:p>
            <a:fld id="{EE43DF34-7BE6-4D33-849A-EF64E999F3F7}" type="datetimeFigureOut">
              <a:rPr lang="zh-CN" altLang="en-US" smtClean="0"/>
              <a:t>2025/10/16</a:t>
            </a:fld>
            <a:endParaRPr lang="zh-CN" altLang="en-US"/>
          </a:p>
        </p:txBody>
      </p:sp>
      <p:sp>
        <p:nvSpPr>
          <p:cNvPr id="5" name="页脚占位符 4">
            <a:extLst>
              <a:ext uri="{FF2B5EF4-FFF2-40B4-BE49-F238E27FC236}">
                <a16:creationId xmlns:a16="http://schemas.microsoft.com/office/drawing/2014/main" id="{F96A6551-6C01-FB02-CFB8-BF2F23BC499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7629377-4001-74D0-631B-B4AA4BCCB205}"/>
              </a:ext>
            </a:extLst>
          </p:cNvPr>
          <p:cNvSpPr>
            <a:spLocks noGrp="1"/>
          </p:cNvSpPr>
          <p:nvPr>
            <p:ph type="sldNum" sz="quarter" idx="12"/>
          </p:nvPr>
        </p:nvSpPr>
        <p:spPr/>
        <p:txBody>
          <a:bodyPr/>
          <a:lstStyle/>
          <a:p>
            <a:fld id="{D4A44AD7-06D0-4973-8AB8-439C25E8BF31}" type="slidenum">
              <a:rPr lang="zh-CN" altLang="en-US" smtClean="0"/>
              <a:t>‹#›</a:t>
            </a:fld>
            <a:endParaRPr lang="zh-CN" altLang="en-US"/>
          </a:p>
        </p:txBody>
      </p:sp>
    </p:spTree>
    <p:extLst>
      <p:ext uri="{BB962C8B-B14F-4D97-AF65-F5344CB8AC3E}">
        <p14:creationId xmlns:p14="http://schemas.microsoft.com/office/powerpoint/2010/main" val="1158650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91EC73-76D2-D4B7-FC39-307FFE5A66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1271466-8BF5-E959-F3BA-94F311689D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CBE5EA9-C3D7-E956-EB4C-3EFABD7C461F}"/>
              </a:ext>
            </a:extLst>
          </p:cNvPr>
          <p:cNvSpPr>
            <a:spLocks noGrp="1"/>
          </p:cNvSpPr>
          <p:nvPr>
            <p:ph type="dt" sz="half" idx="10"/>
          </p:nvPr>
        </p:nvSpPr>
        <p:spPr/>
        <p:txBody>
          <a:bodyPr/>
          <a:lstStyle/>
          <a:p>
            <a:fld id="{EE43DF34-7BE6-4D33-849A-EF64E999F3F7}" type="datetimeFigureOut">
              <a:rPr lang="zh-CN" altLang="en-US" smtClean="0"/>
              <a:t>2025/10/16</a:t>
            </a:fld>
            <a:endParaRPr lang="zh-CN" altLang="en-US"/>
          </a:p>
        </p:txBody>
      </p:sp>
      <p:sp>
        <p:nvSpPr>
          <p:cNvPr id="5" name="页脚占位符 4">
            <a:extLst>
              <a:ext uri="{FF2B5EF4-FFF2-40B4-BE49-F238E27FC236}">
                <a16:creationId xmlns:a16="http://schemas.microsoft.com/office/drawing/2014/main" id="{AFB28F2F-CC3C-2429-9689-E686FC1DE90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BB30D6-743F-CC1A-1818-D42808FD6C98}"/>
              </a:ext>
            </a:extLst>
          </p:cNvPr>
          <p:cNvSpPr>
            <a:spLocks noGrp="1"/>
          </p:cNvSpPr>
          <p:nvPr>
            <p:ph type="sldNum" sz="quarter" idx="12"/>
          </p:nvPr>
        </p:nvSpPr>
        <p:spPr/>
        <p:txBody>
          <a:bodyPr/>
          <a:lstStyle/>
          <a:p>
            <a:fld id="{D4A44AD7-06D0-4973-8AB8-439C25E8BF31}" type="slidenum">
              <a:rPr lang="zh-CN" altLang="en-US" smtClean="0"/>
              <a:t>‹#›</a:t>
            </a:fld>
            <a:endParaRPr lang="zh-CN" altLang="en-US"/>
          </a:p>
        </p:txBody>
      </p:sp>
    </p:spTree>
    <p:extLst>
      <p:ext uri="{BB962C8B-B14F-4D97-AF65-F5344CB8AC3E}">
        <p14:creationId xmlns:p14="http://schemas.microsoft.com/office/powerpoint/2010/main" val="2485462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52AA0F-35D1-A6DB-F727-436EB34E102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3150B1C-F953-6439-05A8-B098957C7B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9523242-0580-C1E2-72A9-EB0CF4AC87E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B63F9F-D666-0E15-A163-3DBFA240D30A}"/>
              </a:ext>
            </a:extLst>
          </p:cNvPr>
          <p:cNvSpPr>
            <a:spLocks noGrp="1"/>
          </p:cNvSpPr>
          <p:nvPr>
            <p:ph type="dt" sz="half" idx="10"/>
          </p:nvPr>
        </p:nvSpPr>
        <p:spPr/>
        <p:txBody>
          <a:bodyPr/>
          <a:lstStyle/>
          <a:p>
            <a:fld id="{EE43DF34-7BE6-4D33-849A-EF64E999F3F7}" type="datetimeFigureOut">
              <a:rPr lang="zh-CN" altLang="en-US" smtClean="0"/>
              <a:t>2025/10/16</a:t>
            </a:fld>
            <a:endParaRPr lang="zh-CN" altLang="en-US"/>
          </a:p>
        </p:txBody>
      </p:sp>
      <p:sp>
        <p:nvSpPr>
          <p:cNvPr id="6" name="页脚占位符 5">
            <a:extLst>
              <a:ext uri="{FF2B5EF4-FFF2-40B4-BE49-F238E27FC236}">
                <a16:creationId xmlns:a16="http://schemas.microsoft.com/office/drawing/2014/main" id="{1C766F35-33CC-093C-25E9-598E91EB6D1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EDD89DA-9E4E-1661-7D02-EEA2993BF640}"/>
              </a:ext>
            </a:extLst>
          </p:cNvPr>
          <p:cNvSpPr>
            <a:spLocks noGrp="1"/>
          </p:cNvSpPr>
          <p:nvPr>
            <p:ph type="sldNum" sz="quarter" idx="12"/>
          </p:nvPr>
        </p:nvSpPr>
        <p:spPr/>
        <p:txBody>
          <a:bodyPr/>
          <a:lstStyle/>
          <a:p>
            <a:fld id="{D4A44AD7-06D0-4973-8AB8-439C25E8BF31}" type="slidenum">
              <a:rPr lang="zh-CN" altLang="en-US" smtClean="0"/>
              <a:t>‹#›</a:t>
            </a:fld>
            <a:endParaRPr lang="zh-CN" altLang="en-US"/>
          </a:p>
        </p:txBody>
      </p:sp>
    </p:spTree>
    <p:extLst>
      <p:ext uri="{BB962C8B-B14F-4D97-AF65-F5344CB8AC3E}">
        <p14:creationId xmlns:p14="http://schemas.microsoft.com/office/powerpoint/2010/main" val="4196940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1D8D3D-CB84-C8A3-CD57-3AF441CE707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64F9224-DCCA-39DF-0992-CBB6228882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F46AF5A-263A-30CA-ACC9-46DCAADF531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52C9D8E-7B8A-239E-4FEC-DFF864C19A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68366C4-EC43-2A06-ADA4-F0CC3964240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E2A0C1D-DD99-51AC-589F-6B97DE12D715}"/>
              </a:ext>
            </a:extLst>
          </p:cNvPr>
          <p:cNvSpPr>
            <a:spLocks noGrp="1"/>
          </p:cNvSpPr>
          <p:nvPr>
            <p:ph type="dt" sz="half" idx="10"/>
          </p:nvPr>
        </p:nvSpPr>
        <p:spPr/>
        <p:txBody>
          <a:bodyPr/>
          <a:lstStyle/>
          <a:p>
            <a:fld id="{EE43DF34-7BE6-4D33-849A-EF64E999F3F7}" type="datetimeFigureOut">
              <a:rPr lang="zh-CN" altLang="en-US" smtClean="0"/>
              <a:t>2025/10/16</a:t>
            </a:fld>
            <a:endParaRPr lang="zh-CN" altLang="en-US"/>
          </a:p>
        </p:txBody>
      </p:sp>
      <p:sp>
        <p:nvSpPr>
          <p:cNvPr id="8" name="页脚占位符 7">
            <a:extLst>
              <a:ext uri="{FF2B5EF4-FFF2-40B4-BE49-F238E27FC236}">
                <a16:creationId xmlns:a16="http://schemas.microsoft.com/office/drawing/2014/main" id="{27DA204F-A00E-EAF0-0538-CA2E2B0C6BE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44AD86D-8052-846E-AC1E-0B157C0A4548}"/>
              </a:ext>
            </a:extLst>
          </p:cNvPr>
          <p:cNvSpPr>
            <a:spLocks noGrp="1"/>
          </p:cNvSpPr>
          <p:nvPr>
            <p:ph type="sldNum" sz="quarter" idx="12"/>
          </p:nvPr>
        </p:nvSpPr>
        <p:spPr/>
        <p:txBody>
          <a:bodyPr/>
          <a:lstStyle/>
          <a:p>
            <a:fld id="{D4A44AD7-06D0-4973-8AB8-439C25E8BF31}" type="slidenum">
              <a:rPr lang="zh-CN" altLang="en-US" smtClean="0"/>
              <a:t>‹#›</a:t>
            </a:fld>
            <a:endParaRPr lang="zh-CN" altLang="en-US"/>
          </a:p>
        </p:txBody>
      </p:sp>
    </p:spTree>
    <p:extLst>
      <p:ext uri="{BB962C8B-B14F-4D97-AF65-F5344CB8AC3E}">
        <p14:creationId xmlns:p14="http://schemas.microsoft.com/office/powerpoint/2010/main" val="3493445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A9A2E6-1CA4-5400-04F7-38F79203818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48F66FA-3C35-ED31-B3BF-60418A58141A}"/>
              </a:ext>
            </a:extLst>
          </p:cNvPr>
          <p:cNvSpPr>
            <a:spLocks noGrp="1"/>
          </p:cNvSpPr>
          <p:nvPr>
            <p:ph type="dt" sz="half" idx="10"/>
          </p:nvPr>
        </p:nvSpPr>
        <p:spPr/>
        <p:txBody>
          <a:bodyPr/>
          <a:lstStyle/>
          <a:p>
            <a:fld id="{EE43DF34-7BE6-4D33-849A-EF64E999F3F7}" type="datetimeFigureOut">
              <a:rPr lang="zh-CN" altLang="en-US" smtClean="0"/>
              <a:t>2025/10/16</a:t>
            </a:fld>
            <a:endParaRPr lang="zh-CN" altLang="en-US"/>
          </a:p>
        </p:txBody>
      </p:sp>
      <p:sp>
        <p:nvSpPr>
          <p:cNvPr id="4" name="页脚占位符 3">
            <a:extLst>
              <a:ext uri="{FF2B5EF4-FFF2-40B4-BE49-F238E27FC236}">
                <a16:creationId xmlns:a16="http://schemas.microsoft.com/office/drawing/2014/main" id="{5B211499-656A-CE80-8265-5A2D852B979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ADAB10B-241F-86FF-148C-7FB052EFEE04}"/>
              </a:ext>
            </a:extLst>
          </p:cNvPr>
          <p:cNvSpPr>
            <a:spLocks noGrp="1"/>
          </p:cNvSpPr>
          <p:nvPr>
            <p:ph type="sldNum" sz="quarter" idx="12"/>
          </p:nvPr>
        </p:nvSpPr>
        <p:spPr/>
        <p:txBody>
          <a:bodyPr/>
          <a:lstStyle/>
          <a:p>
            <a:fld id="{D4A44AD7-06D0-4973-8AB8-439C25E8BF31}" type="slidenum">
              <a:rPr lang="zh-CN" altLang="en-US" smtClean="0"/>
              <a:t>‹#›</a:t>
            </a:fld>
            <a:endParaRPr lang="zh-CN" altLang="en-US"/>
          </a:p>
        </p:txBody>
      </p:sp>
    </p:spTree>
    <p:extLst>
      <p:ext uri="{BB962C8B-B14F-4D97-AF65-F5344CB8AC3E}">
        <p14:creationId xmlns:p14="http://schemas.microsoft.com/office/powerpoint/2010/main" val="1041331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B1D5395-9346-1F9E-CC86-737A3F34074D}"/>
              </a:ext>
            </a:extLst>
          </p:cNvPr>
          <p:cNvSpPr>
            <a:spLocks noGrp="1"/>
          </p:cNvSpPr>
          <p:nvPr>
            <p:ph type="dt" sz="half" idx="10"/>
          </p:nvPr>
        </p:nvSpPr>
        <p:spPr/>
        <p:txBody>
          <a:bodyPr/>
          <a:lstStyle/>
          <a:p>
            <a:fld id="{EE43DF34-7BE6-4D33-849A-EF64E999F3F7}" type="datetimeFigureOut">
              <a:rPr lang="zh-CN" altLang="en-US" smtClean="0"/>
              <a:t>2025/10/16</a:t>
            </a:fld>
            <a:endParaRPr lang="zh-CN" altLang="en-US"/>
          </a:p>
        </p:txBody>
      </p:sp>
      <p:sp>
        <p:nvSpPr>
          <p:cNvPr id="3" name="页脚占位符 2">
            <a:extLst>
              <a:ext uri="{FF2B5EF4-FFF2-40B4-BE49-F238E27FC236}">
                <a16:creationId xmlns:a16="http://schemas.microsoft.com/office/drawing/2014/main" id="{6F5015DD-1809-6C2E-BBD8-7202C97B3CE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2BD6424-6827-DCD0-7C46-338F6A3096C2}"/>
              </a:ext>
            </a:extLst>
          </p:cNvPr>
          <p:cNvSpPr>
            <a:spLocks noGrp="1"/>
          </p:cNvSpPr>
          <p:nvPr>
            <p:ph type="sldNum" sz="quarter" idx="12"/>
          </p:nvPr>
        </p:nvSpPr>
        <p:spPr/>
        <p:txBody>
          <a:bodyPr/>
          <a:lstStyle/>
          <a:p>
            <a:fld id="{D4A44AD7-06D0-4973-8AB8-439C25E8BF31}" type="slidenum">
              <a:rPr lang="zh-CN" altLang="en-US" smtClean="0"/>
              <a:t>‹#›</a:t>
            </a:fld>
            <a:endParaRPr lang="zh-CN" altLang="en-US"/>
          </a:p>
        </p:txBody>
      </p:sp>
    </p:spTree>
    <p:extLst>
      <p:ext uri="{BB962C8B-B14F-4D97-AF65-F5344CB8AC3E}">
        <p14:creationId xmlns:p14="http://schemas.microsoft.com/office/powerpoint/2010/main" val="1213279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BEF911-3BD7-C6DD-1FB0-15CD34DE911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5976F42-8069-F083-1B87-914AF233DA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24A7A2B-C965-C8D1-28B8-4B3B168FC2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9EE0750-3B4C-252D-13BC-D016EF15C49F}"/>
              </a:ext>
            </a:extLst>
          </p:cNvPr>
          <p:cNvSpPr>
            <a:spLocks noGrp="1"/>
          </p:cNvSpPr>
          <p:nvPr>
            <p:ph type="dt" sz="half" idx="10"/>
          </p:nvPr>
        </p:nvSpPr>
        <p:spPr/>
        <p:txBody>
          <a:bodyPr/>
          <a:lstStyle/>
          <a:p>
            <a:fld id="{EE43DF34-7BE6-4D33-849A-EF64E999F3F7}" type="datetimeFigureOut">
              <a:rPr lang="zh-CN" altLang="en-US" smtClean="0"/>
              <a:t>2025/10/16</a:t>
            </a:fld>
            <a:endParaRPr lang="zh-CN" altLang="en-US"/>
          </a:p>
        </p:txBody>
      </p:sp>
      <p:sp>
        <p:nvSpPr>
          <p:cNvPr id="6" name="页脚占位符 5">
            <a:extLst>
              <a:ext uri="{FF2B5EF4-FFF2-40B4-BE49-F238E27FC236}">
                <a16:creationId xmlns:a16="http://schemas.microsoft.com/office/drawing/2014/main" id="{6D1D0BD5-3705-DCC8-D570-47ABFF37752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764191F-05AD-445B-FE52-BFC012200542}"/>
              </a:ext>
            </a:extLst>
          </p:cNvPr>
          <p:cNvSpPr>
            <a:spLocks noGrp="1"/>
          </p:cNvSpPr>
          <p:nvPr>
            <p:ph type="sldNum" sz="quarter" idx="12"/>
          </p:nvPr>
        </p:nvSpPr>
        <p:spPr/>
        <p:txBody>
          <a:bodyPr/>
          <a:lstStyle/>
          <a:p>
            <a:fld id="{D4A44AD7-06D0-4973-8AB8-439C25E8BF31}" type="slidenum">
              <a:rPr lang="zh-CN" altLang="en-US" smtClean="0"/>
              <a:t>‹#›</a:t>
            </a:fld>
            <a:endParaRPr lang="zh-CN" altLang="en-US"/>
          </a:p>
        </p:txBody>
      </p:sp>
    </p:spTree>
    <p:extLst>
      <p:ext uri="{BB962C8B-B14F-4D97-AF65-F5344CB8AC3E}">
        <p14:creationId xmlns:p14="http://schemas.microsoft.com/office/powerpoint/2010/main" val="2592226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F89FBE-308D-7EB4-DF24-9E01F8D7BC9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C595812-B0AA-8137-618A-BD14C3E08C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10CBDA8-FE96-AB91-09B0-866378B17C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C7EE0C5-82DF-5FB0-78CD-A38B8E815988}"/>
              </a:ext>
            </a:extLst>
          </p:cNvPr>
          <p:cNvSpPr>
            <a:spLocks noGrp="1"/>
          </p:cNvSpPr>
          <p:nvPr>
            <p:ph type="dt" sz="half" idx="10"/>
          </p:nvPr>
        </p:nvSpPr>
        <p:spPr/>
        <p:txBody>
          <a:bodyPr/>
          <a:lstStyle/>
          <a:p>
            <a:fld id="{EE43DF34-7BE6-4D33-849A-EF64E999F3F7}" type="datetimeFigureOut">
              <a:rPr lang="zh-CN" altLang="en-US" smtClean="0"/>
              <a:t>2025/10/16</a:t>
            </a:fld>
            <a:endParaRPr lang="zh-CN" altLang="en-US"/>
          </a:p>
        </p:txBody>
      </p:sp>
      <p:sp>
        <p:nvSpPr>
          <p:cNvPr id="6" name="页脚占位符 5">
            <a:extLst>
              <a:ext uri="{FF2B5EF4-FFF2-40B4-BE49-F238E27FC236}">
                <a16:creationId xmlns:a16="http://schemas.microsoft.com/office/drawing/2014/main" id="{B5032C54-2CEC-07B1-E715-9200B5B7F6E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53E8128-8469-B701-4A6D-0FA22969ACAF}"/>
              </a:ext>
            </a:extLst>
          </p:cNvPr>
          <p:cNvSpPr>
            <a:spLocks noGrp="1"/>
          </p:cNvSpPr>
          <p:nvPr>
            <p:ph type="sldNum" sz="quarter" idx="12"/>
          </p:nvPr>
        </p:nvSpPr>
        <p:spPr/>
        <p:txBody>
          <a:bodyPr/>
          <a:lstStyle/>
          <a:p>
            <a:fld id="{D4A44AD7-06D0-4973-8AB8-439C25E8BF31}" type="slidenum">
              <a:rPr lang="zh-CN" altLang="en-US" smtClean="0"/>
              <a:t>‹#›</a:t>
            </a:fld>
            <a:endParaRPr lang="zh-CN" altLang="en-US"/>
          </a:p>
        </p:txBody>
      </p:sp>
    </p:spTree>
    <p:extLst>
      <p:ext uri="{BB962C8B-B14F-4D97-AF65-F5344CB8AC3E}">
        <p14:creationId xmlns:p14="http://schemas.microsoft.com/office/powerpoint/2010/main" val="1918796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D53F46-4AE4-862E-8449-03AF47F8913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E6558D6-8865-09FD-18CF-BF2D1518816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111B367-7AAA-FEB1-AFEA-90F041CBB11A}"/>
              </a:ext>
            </a:extLst>
          </p:cNvPr>
          <p:cNvSpPr>
            <a:spLocks noGrp="1"/>
          </p:cNvSpPr>
          <p:nvPr>
            <p:ph type="dt" sz="half" idx="10"/>
          </p:nvPr>
        </p:nvSpPr>
        <p:spPr/>
        <p:txBody>
          <a:bodyPr/>
          <a:lstStyle/>
          <a:p>
            <a:fld id="{EE43DF34-7BE6-4D33-849A-EF64E999F3F7}" type="datetimeFigureOut">
              <a:rPr lang="zh-CN" altLang="en-US" smtClean="0"/>
              <a:t>2025/10/16</a:t>
            </a:fld>
            <a:endParaRPr lang="zh-CN" altLang="en-US"/>
          </a:p>
        </p:txBody>
      </p:sp>
      <p:sp>
        <p:nvSpPr>
          <p:cNvPr id="5" name="页脚占位符 4">
            <a:extLst>
              <a:ext uri="{FF2B5EF4-FFF2-40B4-BE49-F238E27FC236}">
                <a16:creationId xmlns:a16="http://schemas.microsoft.com/office/drawing/2014/main" id="{BE08FD2C-1E81-BEB5-21D7-B469578C4D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7B169C-ABF1-0222-C259-B7989A1B5E1B}"/>
              </a:ext>
            </a:extLst>
          </p:cNvPr>
          <p:cNvSpPr>
            <a:spLocks noGrp="1"/>
          </p:cNvSpPr>
          <p:nvPr>
            <p:ph type="sldNum" sz="quarter" idx="12"/>
          </p:nvPr>
        </p:nvSpPr>
        <p:spPr/>
        <p:txBody>
          <a:bodyPr/>
          <a:lstStyle/>
          <a:p>
            <a:fld id="{D4A44AD7-06D0-4973-8AB8-439C25E8BF31}" type="slidenum">
              <a:rPr lang="zh-CN" altLang="en-US" smtClean="0"/>
              <a:t>‹#›</a:t>
            </a:fld>
            <a:endParaRPr lang="zh-CN" altLang="en-US"/>
          </a:p>
        </p:txBody>
      </p:sp>
    </p:spTree>
    <p:extLst>
      <p:ext uri="{BB962C8B-B14F-4D97-AF65-F5344CB8AC3E}">
        <p14:creationId xmlns:p14="http://schemas.microsoft.com/office/powerpoint/2010/main" val="863366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F432503-2AAE-9C00-E8DE-FEFF908973E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12EB38C-EDF6-294A-05D7-7C2048AFD70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E610AF-F6C1-3454-08DA-18F55BDA0D22}"/>
              </a:ext>
            </a:extLst>
          </p:cNvPr>
          <p:cNvSpPr>
            <a:spLocks noGrp="1"/>
          </p:cNvSpPr>
          <p:nvPr>
            <p:ph type="dt" sz="half" idx="10"/>
          </p:nvPr>
        </p:nvSpPr>
        <p:spPr/>
        <p:txBody>
          <a:bodyPr/>
          <a:lstStyle/>
          <a:p>
            <a:fld id="{EE43DF34-7BE6-4D33-849A-EF64E999F3F7}" type="datetimeFigureOut">
              <a:rPr lang="zh-CN" altLang="en-US" smtClean="0"/>
              <a:t>2025/10/16</a:t>
            </a:fld>
            <a:endParaRPr lang="zh-CN" altLang="en-US"/>
          </a:p>
        </p:txBody>
      </p:sp>
      <p:sp>
        <p:nvSpPr>
          <p:cNvPr id="5" name="页脚占位符 4">
            <a:extLst>
              <a:ext uri="{FF2B5EF4-FFF2-40B4-BE49-F238E27FC236}">
                <a16:creationId xmlns:a16="http://schemas.microsoft.com/office/drawing/2014/main" id="{74021D0D-9E2E-37D4-08DE-E4944E7F67C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A4F03D2-B6A4-E507-59C1-520154544D91}"/>
              </a:ext>
            </a:extLst>
          </p:cNvPr>
          <p:cNvSpPr>
            <a:spLocks noGrp="1"/>
          </p:cNvSpPr>
          <p:nvPr>
            <p:ph type="sldNum" sz="quarter" idx="12"/>
          </p:nvPr>
        </p:nvSpPr>
        <p:spPr/>
        <p:txBody>
          <a:bodyPr/>
          <a:lstStyle/>
          <a:p>
            <a:fld id="{D4A44AD7-06D0-4973-8AB8-439C25E8BF31}" type="slidenum">
              <a:rPr lang="zh-CN" altLang="en-US" smtClean="0"/>
              <a:t>‹#›</a:t>
            </a:fld>
            <a:endParaRPr lang="zh-CN" altLang="en-US"/>
          </a:p>
        </p:txBody>
      </p:sp>
    </p:spTree>
    <p:extLst>
      <p:ext uri="{BB962C8B-B14F-4D97-AF65-F5344CB8AC3E}">
        <p14:creationId xmlns:p14="http://schemas.microsoft.com/office/powerpoint/2010/main" val="36556552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949649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270000F-2F63-C415-E03F-5CB86A8396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9B5D55F-338C-D4CE-FCD3-A37B7082CF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2E6621-1D00-3014-08D4-26C1740008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43DF34-7BE6-4D33-849A-EF64E999F3F7}" type="datetimeFigureOut">
              <a:rPr lang="zh-CN" altLang="en-US" smtClean="0"/>
              <a:t>2025/10/16</a:t>
            </a:fld>
            <a:endParaRPr lang="zh-CN" altLang="en-US"/>
          </a:p>
        </p:txBody>
      </p:sp>
      <p:sp>
        <p:nvSpPr>
          <p:cNvPr id="5" name="页脚占位符 4">
            <a:extLst>
              <a:ext uri="{FF2B5EF4-FFF2-40B4-BE49-F238E27FC236}">
                <a16:creationId xmlns:a16="http://schemas.microsoft.com/office/drawing/2014/main" id="{53F3D946-E40B-8F5F-C411-3C6434DBEA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2342A11-A808-45EE-A8D0-5AFC75FA52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A44AD7-06D0-4973-8AB8-439C25E8BF31}" type="slidenum">
              <a:rPr lang="zh-CN" altLang="en-US" smtClean="0"/>
              <a:t>‹#›</a:t>
            </a:fld>
            <a:endParaRPr lang="zh-CN" altLang="en-US"/>
          </a:p>
        </p:txBody>
      </p:sp>
    </p:spTree>
    <p:extLst>
      <p:ext uri="{BB962C8B-B14F-4D97-AF65-F5344CB8AC3E}">
        <p14:creationId xmlns:p14="http://schemas.microsoft.com/office/powerpoint/2010/main" val="3599887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air.a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415600" y="992767"/>
            <a:ext cx="11360800" cy="3224000"/>
          </a:xfrm>
          <a:prstGeom prst="rect">
            <a:avLst/>
          </a:prstGeom>
        </p:spPr>
        <p:txBody>
          <a:bodyPr spcFirstLastPara="1" vert="horz" wrap="square" lIns="121900" tIns="121900" rIns="121900" bIns="121900" rtlCol="0" anchor="b" anchorCtr="0">
            <a:noAutofit/>
          </a:bodyPr>
          <a:lstStyle/>
          <a:p>
            <a:pPr>
              <a:spcBef>
                <a:spcPts val="0"/>
              </a:spcBef>
            </a:pPr>
            <a:r>
              <a:rPr lang="en-GB" dirty="0">
                <a:solidFill>
                  <a:srgbClr val="FFFFFF"/>
                </a:solidFill>
              </a:rPr>
              <a:t>       ML Visuals</a:t>
            </a:r>
            <a:endParaRPr dirty="0">
              <a:solidFill>
                <a:srgbClr val="FFFFFF"/>
              </a:solidFill>
            </a:endParaRPr>
          </a:p>
          <a:p>
            <a:pPr>
              <a:spcBef>
                <a:spcPts val="0"/>
              </a:spcBef>
            </a:pPr>
            <a:r>
              <a:rPr lang="en-GB" sz="2267" dirty="0">
                <a:solidFill>
                  <a:srgbClr val="FFFFFF"/>
                </a:solidFill>
              </a:rPr>
              <a:t>              By </a:t>
            </a:r>
            <a:r>
              <a:rPr lang="en-GB" sz="2267" u="sng" dirty="0">
                <a:solidFill>
                  <a:srgbClr val="FFFFFF"/>
                </a:solidFill>
                <a:hlinkClick r:id="rId3"/>
              </a:rPr>
              <a:t>dair.ai</a:t>
            </a:r>
            <a:endParaRPr sz="2267"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415600" y="2828567"/>
            <a:ext cx="11360800" cy="763600"/>
          </a:xfrm>
          <a:prstGeom prst="rect">
            <a:avLst/>
          </a:prstGeom>
        </p:spPr>
        <p:txBody>
          <a:bodyPr spcFirstLastPara="1" vert="horz" wrap="square" lIns="121900" tIns="121900" rIns="121900" bIns="121900" rtlCol="0" anchor="t" anchorCtr="0">
            <a:noAutofit/>
          </a:bodyPr>
          <a:lstStyle/>
          <a:p>
            <a:pPr algn="ctr"/>
            <a:r>
              <a:rPr lang="en-GB">
                <a:solidFill>
                  <a:srgbClr val="FFFFFF"/>
                </a:solidFill>
              </a:rPr>
              <a:t>Basic components</a:t>
            </a:r>
            <a:endParaRPr>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p:nvPr/>
        </p:nvSpPr>
        <p:spPr>
          <a:xfrm>
            <a:off x="1216033" y="504367"/>
            <a:ext cx="4036400" cy="1054400"/>
          </a:xfrm>
          <a:prstGeom prst="roundRect">
            <a:avLst>
              <a:gd name="adj" fmla="val 50000"/>
            </a:avLst>
          </a:prstGeom>
          <a:gradFill>
            <a:gsLst>
              <a:gs pos="0">
                <a:srgbClr val="DBD4EB"/>
              </a:gs>
              <a:gs pos="100000">
                <a:srgbClr val="9180BB"/>
              </a:gs>
            </a:gsLst>
            <a:lin ang="16200038" scaled="0"/>
          </a:gradFill>
          <a:ln>
            <a:noFill/>
          </a:ln>
        </p:spPr>
        <p:txBody>
          <a:bodyPr spcFirstLastPara="1" wrap="square" lIns="121900" tIns="121900" rIns="121900" bIns="121900" anchor="ctr" anchorCtr="0">
            <a:noAutofit/>
          </a:bodyPr>
          <a:lstStyle/>
          <a:p>
            <a:endParaRPr sz="2400"/>
          </a:p>
        </p:txBody>
      </p:sp>
      <p:sp>
        <p:nvSpPr>
          <p:cNvPr id="65" name="Google Shape;65;p15"/>
          <p:cNvSpPr/>
          <p:nvPr/>
        </p:nvSpPr>
        <p:spPr>
          <a:xfrm>
            <a:off x="6520167" y="504367"/>
            <a:ext cx="4036400" cy="1054400"/>
          </a:xfrm>
          <a:prstGeom prst="roundRect">
            <a:avLst>
              <a:gd name="adj" fmla="val 50000"/>
            </a:avLst>
          </a:prstGeom>
          <a:gradFill>
            <a:gsLst>
              <a:gs pos="0">
                <a:srgbClr val="A8C0FF"/>
              </a:gs>
              <a:gs pos="100000">
                <a:srgbClr val="3F2B96"/>
              </a:gs>
            </a:gsLst>
            <a:lin ang="0" scaled="0"/>
          </a:gradFill>
          <a:ln>
            <a:noFill/>
          </a:ln>
        </p:spPr>
        <p:txBody>
          <a:bodyPr spcFirstLastPara="1" wrap="square" lIns="121900" tIns="121900" rIns="121900" bIns="121900" anchor="ctr" anchorCtr="0">
            <a:noAutofit/>
          </a:bodyPr>
          <a:lstStyle/>
          <a:p>
            <a:endParaRPr sz="2400"/>
          </a:p>
        </p:txBody>
      </p:sp>
      <p:sp>
        <p:nvSpPr>
          <p:cNvPr id="66" name="Google Shape;66;p15"/>
          <p:cNvSpPr/>
          <p:nvPr/>
        </p:nvSpPr>
        <p:spPr>
          <a:xfrm>
            <a:off x="1216033" y="1732100"/>
            <a:ext cx="4036400" cy="1054400"/>
          </a:xfrm>
          <a:prstGeom prst="roundRect">
            <a:avLst>
              <a:gd name="adj" fmla="val 50000"/>
            </a:avLst>
          </a:prstGeom>
          <a:gradFill>
            <a:gsLst>
              <a:gs pos="0">
                <a:srgbClr val="D8EDBA">
                  <a:alpha val="57647"/>
                </a:srgbClr>
              </a:gs>
              <a:gs pos="100000">
                <a:srgbClr val="FE9696">
                  <a:alpha val="73725"/>
                </a:srgbClr>
              </a:gs>
            </a:gsLst>
            <a:lin ang="13500032" scaled="0"/>
          </a:gradFill>
          <a:ln>
            <a:noFill/>
          </a:ln>
        </p:spPr>
        <p:txBody>
          <a:bodyPr spcFirstLastPara="1" wrap="square" lIns="121900" tIns="121900" rIns="121900" bIns="121900" anchor="ctr" anchorCtr="0">
            <a:noAutofit/>
          </a:bodyPr>
          <a:lstStyle/>
          <a:p>
            <a:endParaRPr sz="2400"/>
          </a:p>
        </p:txBody>
      </p:sp>
      <p:sp>
        <p:nvSpPr>
          <p:cNvPr id="67" name="Google Shape;67;p15"/>
          <p:cNvSpPr/>
          <p:nvPr/>
        </p:nvSpPr>
        <p:spPr>
          <a:xfrm>
            <a:off x="1216033" y="2959833"/>
            <a:ext cx="4181600" cy="1054400"/>
          </a:xfrm>
          <a:prstGeom prst="roundRect">
            <a:avLst>
              <a:gd name="adj" fmla="val 50000"/>
            </a:avLst>
          </a:prstGeom>
          <a:gradFill>
            <a:gsLst>
              <a:gs pos="0">
                <a:srgbClr val="B6D7A8"/>
              </a:gs>
              <a:gs pos="64000">
                <a:srgbClr val="A4C2F4"/>
              </a:gs>
              <a:gs pos="100000">
                <a:srgbClr val="9F39D5">
                  <a:alpha val="16862"/>
                </a:srgbClr>
              </a:gs>
            </a:gsLst>
            <a:lin ang="13500032" scaled="0"/>
          </a:gradFill>
          <a:ln>
            <a:noFill/>
          </a:ln>
        </p:spPr>
        <p:txBody>
          <a:bodyPr spcFirstLastPara="1" wrap="square" lIns="121900" tIns="121900" rIns="121900" bIns="121900" anchor="ctr" anchorCtr="0">
            <a:noAutofit/>
          </a:bodyPr>
          <a:lstStyle/>
          <a:p>
            <a:endParaRPr sz="2400"/>
          </a:p>
        </p:txBody>
      </p:sp>
      <p:sp>
        <p:nvSpPr>
          <p:cNvPr id="68" name="Google Shape;68;p15"/>
          <p:cNvSpPr/>
          <p:nvPr/>
        </p:nvSpPr>
        <p:spPr>
          <a:xfrm>
            <a:off x="1216033" y="4187567"/>
            <a:ext cx="4036400" cy="1054400"/>
          </a:xfrm>
          <a:prstGeom prst="roundRect">
            <a:avLst>
              <a:gd name="adj" fmla="val 50000"/>
            </a:avLst>
          </a:prstGeom>
          <a:gradFill>
            <a:gsLst>
              <a:gs pos="0">
                <a:srgbClr val="E0EDBA">
                  <a:alpha val="79215"/>
                </a:srgbClr>
              </a:gs>
              <a:gs pos="100000">
                <a:srgbClr val="DE87F1">
                  <a:alpha val="48235"/>
                </a:srgbClr>
              </a:gs>
            </a:gsLst>
            <a:lin ang="13500032" scaled="0"/>
          </a:gradFill>
          <a:ln>
            <a:noFill/>
          </a:ln>
        </p:spPr>
        <p:txBody>
          <a:bodyPr spcFirstLastPara="1" wrap="square" lIns="121900" tIns="121900" rIns="121900" bIns="121900" anchor="ctr" anchorCtr="0">
            <a:noAutofit/>
          </a:bodyPr>
          <a:lstStyle/>
          <a:p>
            <a:endParaRPr sz="2400"/>
          </a:p>
        </p:txBody>
      </p:sp>
      <p:sp>
        <p:nvSpPr>
          <p:cNvPr id="69" name="Google Shape;69;p15"/>
          <p:cNvSpPr/>
          <p:nvPr/>
        </p:nvSpPr>
        <p:spPr>
          <a:xfrm>
            <a:off x="1216033" y="5415300"/>
            <a:ext cx="4036400" cy="1054400"/>
          </a:xfrm>
          <a:prstGeom prst="roundRect">
            <a:avLst>
              <a:gd name="adj" fmla="val 50000"/>
            </a:avLst>
          </a:prstGeom>
          <a:gradFill>
            <a:gsLst>
              <a:gs pos="0">
                <a:srgbClr val="C9DAF8"/>
              </a:gs>
              <a:gs pos="100000">
                <a:srgbClr val="DE87F1"/>
              </a:gs>
            </a:gsLst>
            <a:lin ang="13500032" scaled="0"/>
          </a:gradFill>
          <a:ln>
            <a:noFill/>
          </a:ln>
        </p:spPr>
        <p:txBody>
          <a:bodyPr spcFirstLastPara="1" wrap="square" lIns="121900" tIns="121900" rIns="121900" bIns="121900" anchor="ctr" anchorCtr="0">
            <a:noAutofit/>
          </a:bodyPr>
          <a:lstStyle/>
          <a:p>
            <a:endParaRPr sz="2400"/>
          </a:p>
        </p:txBody>
      </p:sp>
      <p:sp>
        <p:nvSpPr>
          <p:cNvPr id="70" name="Google Shape;70;p15"/>
          <p:cNvSpPr/>
          <p:nvPr/>
        </p:nvSpPr>
        <p:spPr>
          <a:xfrm>
            <a:off x="6520167" y="1670633"/>
            <a:ext cx="4036400" cy="1054400"/>
          </a:xfrm>
          <a:prstGeom prst="roundRect">
            <a:avLst>
              <a:gd name="adj" fmla="val 50000"/>
            </a:avLst>
          </a:prstGeom>
          <a:gradFill>
            <a:gsLst>
              <a:gs pos="0">
                <a:srgbClr val="F64F59"/>
              </a:gs>
              <a:gs pos="100000">
                <a:srgbClr val="DE87F1"/>
              </a:gs>
            </a:gsLst>
            <a:lin ang="13500032" scaled="0"/>
          </a:gradFill>
          <a:ln>
            <a:noFill/>
          </a:ln>
        </p:spPr>
        <p:txBody>
          <a:bodyPr spcFirstLastPara="1" wrap="square" lIns="121900" tIns="121900" rIns="121900" bIns="121900" anchor="ctr" anchorCtr="0">
            <a:noAutofit/>
          </a:bodyPr>
          <a:lstStyle/>
          <a:p>
            <a:endParaRPr sz="2400"/>
          </a:p>
        </p:txBody>
      </p:sp>
      <p:sp>
        <p:nvSpPr>
          <p:cNvPr id="71" name="Google Shape;71;p15"/>
          <p:cNvSpPr/>
          <p:nvPr/>
        </p:nvSpPr>
        <p:spPr>
          <a:xfrm>
            <a:off x="6520167" y="2901800"/>
            <a:ext cx="4036400" cy="1054400"/>
          </a:xfrm>
          <a:prstGeom prst="roundRect">
            <a:avLst>
              <a:gd name="adj" fmla="val 50000"/>
            </a:avLst>
          </a:prstGeom>
          <a:gradFill>
            <a:gsLst>
              <a:gs pos="0">
                <a:srgbClr val="E0EDBA">
                  <a:alpha val="70980"/>
                </a:srgbClr>
              </a:gs>
              <a:gs pos="100000">
                <a:srgbClr val="B6D7A8"/>
              </a:gs>
            </a:gsLst>
            <a:lin ang="13500032" scaled="0"/>
          </a:gradFill>
          <a:ln>
            <a:noFill/>
          </a:ln>
        </p:spPr>
        <p:txBody>
          <a:bodyPr spcFirstLastPara="1" wrap="square" lIns="121900" tIns="121900" rIns="121900" bIns="121900" anchor="ctr" anchorCtr="0">
            <a:noAutofit/>
          </a:bodyPr>
          <a:lstStyle/>
          <a:p>
            <a:endParaRPr sz="2400"/>
          </a:p>
        </p:txBody>
      </p:sp>
      <p:sp>
        <p:nvSpPr>
          <p:cNvPr id="72" name="Google Shape;72;p15"/>
          <p:cNvSpPr/>
          <p:nvPr/>
        </p:nvSpPr>
        <p:spPr>
          <a:xfrm>
            <a:off x="6520167" y="4187567"/>
            <a:ext cx="4036400" cy="1054400"/>
          </a:xfrm>
          <a:prstGeom prst="roundRect">
            <a:avLst>
              <a:gd name="adj" fmla="val 50000"/>
            </a:avLst>
          </a:prstGeom>
          <a:gradFill>
            <a:gsLst>
              <a:gs pos="0">
                <a:srgbClr val="69D4F4">
                  <a:alpha val="26274"/>
                </a:srgbClr>
              </a:gs>
              <a:gs pos="100000">
                <a:srgbClr val="9F39D5">
                  <a:alpha val="16862"/>
                </a:srgbClr>
              </a:gs>
            </a:gsLst>
            <a:lin ang="13500032" scaled="0"/>
          </a:gradFill>
          <a:ln>
            <a:noFill/>
          </a:ln>
        </p:spPr>
        <p:txBody>
          <a:bodyPr spcFirstLastPara="1" wrap="square" lIns="121900" tIns="121900" rIns="121900" bIns="121900" anchor="ctr" anchorCtr="0">
            <a:noAutofit/>
          </a:bodyPr>
          <a:lstStyle/>
          <a:p>
            <a:endParaRPr sz="2400"/>
          </a:p>
        </p:txBody>
      </p:sp>
      <p:sp>
        <p:nvSpPr>
          <p:cNvPr id="73" name="Google Shape;73;p15"/>
          <p:cNvSpPr/>
          <p:nvPr/>
        </p:nvSpPr>
        <p:spPr>
          <a:xfrm>
            <a:off x="6520167" y="5415300"/>
            <a:ext cx="4036400" cy="1054400"/>
          </a:xfrm>
          <a:prstGeom prst="roundRect">
            <a:avLst>
              <a:gd name="adj" fmla="val 50000"/>
            </a:avLst>
          </a:prstGeom>
          <a:gradFill>
            <a:gsLst>
              <a:gs pos="0">
                <a:srgbClr val="00FFFF"/>
              </a:gs>
              <a:gs pos="100000">
                <a:srgbClr val="B0DAF1"/>
              </a:gs>
            </a:gsLst>
            <a:lin ang="0" scaled="0"/>
          </a:gradFill>
          <a:ln>
            <a:noFill/>
          </a:ln>
        </p:spPr>
        <p:txBody>
          <a:bodyPr spcFirstLastPara="1" wrap="square" lIns="121900" tIns="121900" rIns="121900" bIns="121900" anchor="ctr" anchorCtr="0">
            <a:noAutofit/>
          </a:bodyPr>
          <a:lstStyle/>
          <a:p>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p:nvPr/>
        </p:nvSpPr>
        <p:spPr>
          <a:xfrm>
            <a:off x="524533" y="214933"/>
            <a:ext cx="1082000" cy="1040800"/>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rgbClr val="666666"/>
              </a:solidFill>
            </a:endParaRPr>
          </a:p>
        </p:txBody>
      </p:sp>
      <p:sp>
        <p:nvSpPr>
          <p:cNvPr id="100" name="Google Shape;100;p18"/>
          <p:cNvSpPr/>
          <p:nvPr/>
        </p:nvSpPr>
        <p:spPr>
          <a:xfrm>
            <a:off x="1755600" y="214933"/>
            <a:ext cx="1082000" cy="1040800"/>
          </a:xfrm>
          <a:prstGeom prst="ellipse">
            <a:avLst/>
          </a:prstGeom>
          <a:gradFill>
            <a:gsLst>
              <a:gs pos="0">
                <a:srgbClr val="E9D4F7"/>
              </a:gs>
              <a:gs pos="100000">
                <a:srgbClr val="E8B7EA"/>
              </a:gs>
            </a:gsLst>
            <a:lin ang="0" scaled="0"/>
          </a:gradFill>
          <a:ln>
            <a:noFill/>
          </a:ln>
        </p:spPr>
        <p:txBody>
          <a:bodyPr spcFirstLastPara="1" wrap="square" lIns="121900" tIns="121900" rIns="121900" bIns="121900" anchor="ctr" anchorCtr="0">
            <a:noAutofit/>
          </a:bodyPr>
          <a:lstStyle/>
          <a:p>
            <a:pPr algn="ctr"/>
            <a:endParaRPr sz="2400">
              <a:solidFill>
                <a:srgbClr val="666666"/>
              </a:solidFill>
            </a:endParaRPr>
          </a:p>
        </p:txBody>
      </p:sp>
      <p:sp>
        <p:nvSpPr>
          <p:cNvPr id="101" name="Google Shape;101;p18"/>
          <p:cNvSpPr/>
          <p:nvPr/>
        </p:nvSpPr>
        <p:spPr>
          <a:xfrm>
            <a:off x="2986667" y="214933"/>
            <a:ext cx="1082000" cy="1040800"/>
          </a:xfrm>
          <a:prstGeom prst="ellipse">
            <a:avLst/>
          </a:prstGeom>
          <a:gradFill>
            <a:gsLst>
              <a:gs pos="0">
                <a:srgbClr val="D8EDBA">
                  <a:alpha val="57647"/>
                </a:srgbClr>
              </a:gs>
              <a:gs pos="100000">
                <a:srgbClr val="FE9696">
                  <a:alpha val="73725"/>
                </a:srgbClr>
              </a:gs>
            </a:gsLst>
            <a:lin ang="13500032" scaled="0"/>
          </a:gradFill>
          <a:ln>
            <a:noFill/>
          </a:ln>
        </p:spPr>
        <p:txBody>
          <a:bodyPr spcFirstLastPara="1" wrap="square" lIns="121900" tIns="121900" rIns="121900" bIns="121900" anchor="ctr" anchorCtr="0">
            <a:noAutofit/>
          </a:bodyPr>
          <a:lstStyle/>
          <a:p>
            <a:pPr algn="ctr"/>
            <a:endParaRPr sz="2400">
              <a:solidFill>
                <a:srgbClr val="666666"/>
              </a:solidFill>
            </a:endParaRPr>
          </a:p>
        </p:txBody>
      </p:sp>
      <p:sp>
        <p:nvSpPr>
          <p:cNvPr id="102" name="Google Shape;102;p18"/>
          <p:cNvSpPr/>
          <p:nvPr/>
        </p:nvSpPr>
        <p:spPr>
          <a:xfrm>
            <a:off x="4275867" y="214933"/>
            <a:ext cx="1082000" cy="1040800"/>
          </a:xfrm>
          <a:prstGeom prst="ellipse">
            <a:avLst/>
          </a:prstGeom>
          <a:gradFill>
            <a:gsLst>
              <a:gs pos="0">
                <a:srgbClr val="E0EDBA">
                  <a:alpha val="70980"/>
                </a:srgbClr>
              </a:gs>
              <a:gs pos="100000">
                <a:srgbClr val="B6D7A8"/>
              </a:gs>
            </a:gsLst>
            <a:lin ang="13500032" scaled="0"/>
          </a:gradFill>
          <a:ln>
            <a:noFill/>
          </a:ln>
        </p:spPr>
        <p:txBody>
          <a:bodyPr spcFirstLastPara="1" wrap="square" lIns="121900" tIns="121900" rIns="121900" bIns="121900" anchor="ctr" anchorCtr="0">
            <a:noAutofit/>
          </a:bodyPr>
          <a:lstStyle/>
          <a:p>
            <a:pPr algn="ctr"/>
            <a:endParaRPr sz="2400">
              <a:solidFill>
                <a:srgbClr val="666666"/>
              </a:solidFill>
            </a:endParaRPr>
          </a:p>
        </p:txBody>
      </p:sp>
      <p:sp>
        <p:nvSpPr>
          <p:cNvPr id="103" name="Google Shape;103;p18"/>
          <p:cNvSpPr/>
          <p:nvPr/>
        </p:nvSpPr>
        <p:spPr>
          <a:xfrm>
            <a:off x="5565067" y="214933"/>
            <a:ext cx="1082000" cy="1040800"/>
          </a:xfrm>
          <a:prstGeom prst="ellipse">
            <a:avLst/>
          </a:prstGeom>
          <a:gradFill>
            <a:gsLst>
              <a:gs pos="0">
                <a:srgbClr val="00FFFF"/>
              </a:gs>
              <a:gs pos="100000">
                <a:srgbClr val="B0DAF1"/>
              </a:gs>
            </a:gsLst>
            <a:lin ang="0" scaled="0"/>
          </a:gradFill>
          <a:ln>
            <a:noFill/>
          </a:ln>
        </p:spPr>
        <p:txBody>
          <a:bodyPr spcFirstLastPara="1" wrap="square" lIns="121900" tIns="121900" rIns="121900" bIns="121900" anchor="ctr" anchorCtr="0">
            <a:noAutofit/>
          </a:bodyPr>
          <a:lstStyle/>
          <a:p>
            <a:pPr algn="ctr"/>
            <a:endParaRPr sz="2400">
              <a:solidFill>
                <a:srgbClr val="666666"/>
              </a:solidFill>
            </a:endParaRPr>
          </a:p>
        </p:txBody>
      </p:sp>
      <p:sp>
        <p:nvSpPr>
          <p:cNvPr id="104" name="Google Shape;104;p18"/>
          <p:cNvSpPr/>
          <p:nvPr/>
        </p:nvSpPr>
        <p:spPr>
          <a:xfrm>
            <a:off x="6854267" y="214933"/>
            <a:ext cx="1082000" cy="1040800"/>
          </a:xfrm>
          <a:prstGeom prst="ellipse">
            <a:avLst/>
          </a:prstGeom>
          <a:gradFill>
            <a:gsLst>
              <a:gs pos="0">
                <a:srgbClr val="B6D7A8"/>
              </a:gs>
              <a:gs pos="64000">
                <a:srgbClr val="A4C2F4"/>
              </a:gs>
              <a:gs pos="100000">
                <a:srgbClr val="9F39D5">
                  <a:alpha val="16862"/>
                </a:srgbClr>
              </a:gs>
            </a:gsLst>
            <a:lin ang="13500032" scaled="0"/>
          </a:gradFill>
          <a:ln>
            <a:noFill/>
          </a:ln>
        </p:spPr>
        <p:txBody>
          <a:bodyPr spcFirstLastPara="1" wrap="square" lIns="121900" tIns="121900" rIns="121900" bIns="121900" anchor="ctr" anchorCtr="0">
            <a:noAutofit/>
          </a:bodyPr>
          <a:lstStyle/>
          <a:p>
            <a:pPr algn="ctr"/>
            <a:endParaRPr sz="2400">
              <a:solidFill>
                <a:srgbClr val="666666"/>
              </a:solidFill>
            </a:endParaRPr>
          </a:p>
        </p:txBody>
      </p:sp>
      <p:sp>
        <p:nvSpPr>
          <p:cNvPr id="105" name="Google Shape;105;p18"/>
          <p:cNvSpPr/>
          <p:nvPr/>
        </p:nvSpPr>
        <p:spPr>
          <a:xfrm>
            <a:off x="8143467" y="214933"/>
            <a:ext cx="1082000" cy="1040800"/>
          </a:xfrm>
          <a:prstGeom prst="ellipse">
            <a:avLst/>
          </a:prstGeom>
          <a:gradFill>
            <a:gsLst>
              <a:gs pos="0">
                <a:srgbClr val="A8C0FF"/>
              </a:gs>
              <a:gs pos="100000">
                <a:srgbClr val="3F2B96"/>
              </a:gs>
            </a:gsLst>
            <a:lin ang="0" scaled="0"/>
          </a:gradFill>
          <a:ln>
            <a:noFill/>
          </a:ln>
        </p:spPr>
        <p:txBody>
          <a:bodyPr spcFirstLastPara="1" wrap="square" lIns="121900" tIns="121900" rIns="121900" bIns="121900" anchor="ctr" anchorCtr="0">
            <a:noAutofit/>
          </a:bodyPr>
          <a:lstStyle/>
          <a:p>
            <a:pPr algn="ctr"/>
            <a:endParaRPr sz="2400">
              <a:solidFill>
                <a:srgbClr val="666666"/>
              </a:solidFill>
            </a:endParaRPr>
          </a:p>
        </p:txBody>
      </p:sp>
      <p:sp>
        <p:nvSpPr>
          <p:cNvPr id="106" name="Google Shape;106;p18"/>
          <p:cNvSpPr/>
          <p:nvPr/>
        </p:nvSpPr>
        <p:spPr>
          <a:xfrm>
            <a:off x="9432667" y="214933"/>
            <a:ext cx="1082000" cy="1040800"/>
          </a:xfrm>
          <a:prstGeom prst="ellipse">
            <a:avLst/>
          </a:prstGeom>
          <a:gradFill>
            <a:gsLst>
              <a:gs pos="0">
                <a:srgbClr val="DE87F1">
                  <a:alpha val="39607"/>
                </a:srgbClr>
              </a:gs>
              <a:gs pos="100000">
                <a:srgbClr val="F1DD87"/>
              </a:gs>
            </a:gsLst>
            <a:lin ang="13500032" scaled="0"/>
          </a:gradFill>
          <a:ln>
            <a:noFill/>
          </a:ln>
        </p:spPr>
        <p:txBody>
          <a:bodyPr spcFirstLastPara="1" wrap="square" lIns="121900" tIns="121900" rIns="121900" bIns="121900" anchor="ctr" anchorCtr="0">
            <a:noAutofit/>
          </a:bodyPr>
          <a:lstStyle/>
          <a:p>
            <a:pPr algn="ctr"/>
            <a:endParaRPr sz="2400">
              <a:solidFill>
                <a:srgbClr val="666666"/>
              </a:solidFill>
            </a:endParaRPr>
          </a:p>
        </p:txBody>
      </p:sp>
      <p:sp>
        <p:nvSpPr>
          <p:cNvPr id="107" name="Google Shape;107;p18"/>
          <p:cNvSpPr/>
          <p:nvPr/>
        </p:nvSpPr>
        <p:spPr>
          <a:xfrm>
            <a:off x="10721867" y="214933"/>
            <a:ext cx="1082000" cy="1040800"/>
          </a:xfrm>
          <a:prstGeom prst="ellipse">
            <a:avLst/>
          </a:prstGeom>
          <a:gradFill>
            <a:gsLst>
              <a:gs pos="0">
                <a:srgbClr val="E0EDBA">
                  <a:alpha val="79215"/>
                </a:srgbClr>
              </a:gs>
              <a:gs pos="100000">
                <a:srgbClr val="DE87F1">
                  <a:alpha val="39607"/>
                </a:srgbClr>
              </a:gs>
            </a:gsLst>
            <a:lin ang="13500032" scaled="0"/>
          </a:gradFill>
          <a:ln>
            <a:noFill/>
          </a:ln>
        </p:spPr>
        <p:txBody>
          <a:bodyPr spcFirstLastPara="1" wrap="square" lIns="121900" tIns="121900" rIns="121900" bIns="121900" anchor="ctr" anchorCtr="0">
            <a:noAutofit/>
          </a:bodyPr>
          <a:lstStyle/>
          <a:p>
            <a:pPr algn="ctr"/>
            <a:endParaRPr sz="2400">
              <a:solidFill>
                <a:srgbClr val="666666"/>
              </a:solidFill>
            </a:endParaRPr>
          </a:p>
        </p:txBody>
      </p:sp>
      <p:sp>
        <p:nvSpPr>
          <p:cNvPr id="108" name="Google Shape;108;p18"/>
          <p:cNvSpPr/>
          <p:nvPr/>
        </p:nvSpPr>
        <p:spPr>
          <a:xfrm>
            <a:off x="524533" y="1442700"/>
            <a:ext cx="1082000" cy="1040800"/>
          </a:xfrm>
          <a:prstGeom prst="ellipse">
            <a:avLst/>
          </a:prstGeom>
          <a:gradFill>
            <a:gsLst>
              <a:gs pos="0">
                <a:srgbClr val="E0EDBA">
                  <a:alpha val="79215"/>
                </a:srgbClr>
              </a:gs>
              <a:gs pos="100000">
                <a:srgbClr val="DE87F1">
                  <a:alpha val="48235"/>
                </a:srgbClr>
              </a:gs>
            </a:gsLst>
            <a:lin ang="13500032" scaled="0"/>
          </a:gra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rgbClr val="666666"/>
              </a:solidFill>
            </a:endParaRPr>
          </a:p>
        </p:txBody>
      </p:sp>
      <p:sp>
        <p:nvSpPr>
          <p:cNvPr id="109" name="Google Shape;109;p18"/>
          <p:cNvSpPr/>
          <p:nvPr/>
        </p:nvSpPr>
        <p:spPr>
          <a:xfrm>
            <a:off x="524533" y="2670467"/>
            <a:ext cx="1082000" cy="1040800"/>
          </a:xfrm>
          <a:prstGeom prst="ellipse">
            <a:avLst/>
          </a:prstGeom>
          <a:gradFill>
            <a:gsLst>
              <a:gs pos="0">
                <a:srgbClr val="B6D7A8"/>
              </a:gs>
              <a:gs pos="64000">
                <a:srgbClr val="A4C2F4"/>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rgbClr val="666666"/>
              </a:solidFill>
            </a:endParaRPr>
          </a:p>
        </p:txBody>
      </p:sp>
      <p:sp>
        <p:nvSpPr>
          <p:cNvPr id="110" name="Google Shape;110;p18"/>
          <p:cNvSpPr/>
          <p:nvPr/>
        </p:nvSpPr>
        <p:spPr>
          <a:xfrm>
            <a:off x="524533" y="3969933"/>
            <a:ext cx="1082000" cy="1040800"/>
          </a:xfrm>
          <a:prstGeom prst="ellipse">
            <a:avLst/>
          </a:prstGeom>
          <a:gradFill>
            <a:gsLst>
              <a:gs pos="0">
                <a:srgbClr val="F7E9D4"/>
              </a:gs>
              <a:gs pos="100000">
                <a:srgbClr val="E6B94E"/>
              </a:gs>
            </a:gsLst>
            <a:lin ang="2698631" scaled="0"/>
          </a:gra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rgbClr val="666666"/>
              </a:solidFill>
            </a:endParaRPr>
          </a:p>
        </p:txBody>
      </p:sp>
      <p:sp>
        <p:nvSpPr>
          <p:cNvPr id="111" name="Google Shape;111;p18"/>
          <p:cNvSpPr/>
          <p:nvPr/>
        </p:nvSpPr>
        <p:spPr>
          <a:xfrm>
            <a:off x="524533" y="5197733"/>
            <a:ext cx="1082000" cy="1040800"/>
          </a:xfrm>
          <a:prstGeom prst="ellipse">
            <a:avLst/>
          </a:prstGeom>
          <a:gradFill>
            <a:gsLst>
              <a:gs pos="0">
                <a:srgbClr val="C9DAF8"/>
              </a:gs>
              <a:gs pos="100000">
                <a:srgbClr val="DE87F1"/>
              </a:gs>
            </a:gsLst>
            <a:lin ang="13500032" scaled="0"/>
          </a:gra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rgbClr val="666666"/>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24"/>
        <p:cNvGrpSpPr/>
        <p:nvPr/>
      </p:nvGrpSpPr>
      <p:grpSpPr>
        <a:xfrm>
          <a:off x="0" y="0"/>
          <a:ext cx="0" cy="0"/>
          <a:chOff x="0" y="0"/>
          <a:chExt cx="0" cy="0"/>
        </a:xfrm>
      </p:grpSpPr>
      <p:sp>
        <p:nvSpPr>
          <p:cNvPr id="1625" name="Google Shape;1625;p44"/>
          <p:cNvSpPr txBox="1"/>
          <p:nvPr/>
        </p:nvSpPr>
        <p:spPr>
          <a:xfrm>
            <a:off x="666389" y="1236300"/>
            <a:ext cx="1864800" cy="501600"/>
          </a:xfrm>
          <a:prstGeom prst="rect">
            <a:avLst/>
          </a:prstGeom>
          <a:noFill/>
          <a:ln w="9525" cap="flat" cmpd="sng">
            <a:solidFill>
              <a:srgbClr val="CFE2F3"/>
            </a:solidFill>
            <a:prstDash val="solid"/>
            <a:round/>
            <a:headEnd type="none" w="sm" len="sm"/>
            <a:tailEnd type="none" w="sm" len="sm"/>
          </a:ln>
        </p:spPr>
        <p:txBody>
          <a:bodyPr spcFirstLastPara="1" wrap="square" lIns="121900" tIns="121900" rIns="121900" bIns="121900" anchor="t" anchorCtr="0">
            <a:noAutofit/>
          </a:bodyPr>
          <a:lstStyle/>
          <a:p>
            <a:pPr algn="ctr"/>
            <a:r>
              <a:rPr lang="en-GB" sz="1600">
                <a:latin typeface="Consolas"/>
                <a:ea typeface="Consolas"/>
                <a:cs typeface="Consolas"/>
                <a:sym typeface="Consolas"/>
              </a:rPr>
              <a:t>Input Layer</a:t>
            </a:r>
            <a:endParaRPr sz="1600">
              <a:latin typeface="Consolas"/>
              <a:ea typeface="Consolas"/>
              <a:cs typeface="Consolas"/>
              <a:sym typeface="Consolas"/>
            </a:endParaRPr>
          </a:p>
        </p:txBody>
      </p:sp>
      <p:sp>
        <p:nvSpPr>
          <p:cNvPr id="1626" name="Google Shape;1626;p44"/>
          <p:cNvSpPr txBox="1"/>
          <p:nvPr/>
        </p:nvSpPr>
        <p:spPr>
          <a:xfrm>
            <a:off x="5283801" y="421500"/>
            <a:ext cx="1804800" cy="501600"/>
          </a:xfrm>
          <a:prstGeom prst="rect">
            <a:avLst/>
          </a:prstGeom>
          <a:noFill/>
          <a:ln w="9525" cap="flat" cmpd="sng">
            <a:solidFill>
              <a:srgbClr val="CFE2F3"/>
            </a:solidFill>
            <a:prstDash val="solid"/>
            <a:round/>
            <a:headEnd type="none" w="sm" len="sm"/>
            <a:tailEnd type="none" w="sm" len="sm"/>
          </a:ln>
        </p:spPr>
        <p:txBody>
          <a:bodyPr spcFirstLastPara="1" wrap="square" lIns="121900" tIns="121900" rIns="121900" bIns="121900" anchor="t" anchorCtr="0">
            <a:noAutofit/>
          </a:bodyPr>
          <a:lstStyle/>
          <a:p>
            <a:pPr algn="ctr"/>
            <a:r>
              <a:rPr lang="en-GB" sz="1600">
                <a:latin typeface="Consolas"/>
                <a:ea typeface="Consolas"/>
                <a:cs typeface="Consolas"/>
                <a:sym typeface="Consolas"/>
              </a:rPr>
              <a:t>Hidden Layers</a:t>
            </a:r>
            <a:endParaRPr sz="1600">
              <a:latin typeface="Consolas"/>
              <a:ea typeface="Consolas"/>
              <a:cs typeface="Consolas"/>
              <a:sym typeface="Consolas"/>
            </a:endParaRPr>
          </a:p>
        </p:txBody>
      </p:sp>
      <p:sp>
        <p:nvSpPr>
          <p:cNvPr id="1627" name="Google Shape;1627;p44"/>
          <p:cNvSpPr txBox="1"/>
          <p:nvPr/>
        </p:nvSpPr>
        <p:spPr>
          <a:xfrm>
            <a:off x="9247496" y="1236300"/>
            <a:ext cx="1625600" cy="501600"/>
          </a:xfrm>
          <a:prstGeom prst="rect">
            <a:avLst/>
          </a:prstGeom>
          <a:noFill/>
          <a:ln w="9525" cap="flat" cmpd="sng">
            <a:solidFill>
              <a:srgbClr val="CFE2F3"/>
            </a:solidFill>
            <a:prstDash val="solid"/>
            <a:round/>
            <a:headEnd type="none" w="sm" len="sm"/>
            <a:tailEnd type="none" w="sm" len="sm"/>
          </a:ln>
        </p:spPr>
        <p:txBody>
          <a:bodyPr spcFirstLastPara="1" wrap="square" lIns="121900" tIns="121900" rIns="121900" bIns="121900" anchor="t" anchorCtr="0">
            <a:noAutofit/>
          </a:bodyPr>
          <a:lstStyle/>
          <a:p>
            <a:pPr algn="ctr"/>
            <a:r>
              <a:rPr lang="en-GB" sz="1600">
                <a:latin typeface="Consolas"/>
                <a:ea typeface="Consolas"/>
                <a:cs typeface="Consolas"/>
                <a:sym typeface="Consolas"/>
              </a:rPr>
              <a:t>Output Layer</a:t>
            </a:r>
            <a:endParaRPr sz="1600">
              <a:latin typeface="Consolas"/>
              <a:ea typeface="Consolas"/>
              <a:cs typeface="Consolas"/>
              <a:sym typeface="Consolas"/>
            </a:endParaRPr>
          </a:p>
        </p:txBody>
      </p:sp>
      <p:sp>
        <p:nvSpPr>
          <p:cNvPr id="1628" name="Google Shape;1628;p44"/>
          <p:cNvSpPr txBox="1"/>
          <p:nvPr/>
        </p:nvSpPr>
        <p:spPr>
          <a:xfrm>
            <a:off x="1367404" y="5934900"/>
            <a:ext cx="1216800" cy="501600"/>
          </a:xfrm>
          <a:prstGeom prst="rect">
            <a:avLst/>
          </a:prstGeom>
          <a:noFill/>
          <a:ln w="9525" cap="flat" cmpd="sng">
            <a:solidFill>
              <a:srgbClr val="CFE2F3"/>
            </a:solidFill>
            <a:prstDash val="solid"/>
            <a:round/>
            <a:headEnd type="none" w="sm" len="sm"/>
            <a:tailEnd type="none" w="sm" len="sm"/>
          </a:ln>
        </p:spPr>
        <p:txBody>
          <a:bodyPr spcFirstLastPara="1" wrap="square" lIns="121900" tIns="121900" rIns="121900" bIns="121900" anchor="t" anchorCtr="0">
            <a:noAutofit/>
          </a:bodyPr>
          <a:lstStyle/>
          <a:p>
            <a:pPr algn="ctr"/>
            <a:r>
              <a:rPr lang="en-GB" sz="2400">
                <a:latin typeface="Consolas"/>
                <a:ea typeface="Consolas"/>
                <a:cs typeface="Consolas"/>
                <a:sym typeface="Consolas"/>
              </a:rPr>
              <a:t>X = A</a:t>
            </a:r>
            <a:r>
              <a:rPr lang="en-GB" sz="2400" baseline="30000">
                <a:latin typeface="Consolas"/>
                <a:ea typeface="Consolas"/>
                <a:cs typeface="Consolas"/>
                <a:sym typeface="Consolas"/>
              </a:rPr>
              <a:t>[0]</a:t>
            </a:r>
            <a:endParaRPr sz="2400" baseline="30000">
              <a:latin typeface="Consolas"/>
              <a:ea typeface="Consolas"/>
              <a:cs typeface="Consolas"/>
              <a:sym typeface="Consolas"/>
            </a:endParaRPr>
          </a:p>
        </p:txBody>
      </p:sp>
      <p:sp>
        <p:nvSpPr>
          <p:cNvPr id="1629" name="Google Shape;1629;p44"/>
          <p:cNvSpPr/>
          <p:nvPr/>
        </p:nvSpPr>
        <p:spPr>
          <a:xfrm>
            <a:off x="1898891" y="2276592"/>
            <a:ext cx="106000" cy="912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630" name="Google Shape;1630;p44"/>
          <p:cNvSpPr/>
          <p:nvPr/>
        </p:nvSpPr>
        <p:spPr>
          <a:xfrm>
            <a:off x="1898891" y="2633241"/>
            <a:ext cx="106000" cy="912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631" name="Google Shape;1631;p44"/>
          <p:cNvSpPr/>
          <p:nvPr/>
        </p:nvSpPr>
        <p:spPr>
          <a:xfrm>
            <a:off x="1898891" y="2989891"/>
            <a:ext cx="106000" cy="912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632" name="Google Shape;1632;p44"/>
          <p:cNvSpPr/>
          <p:nvPr/>
        </p:nvSpPr>
        <p:spPr>
          <a:xfrm>
            <a:off x="9701096" y="2843901"/>
            <a:ext cx="718400" cy="743600"/>
          </a:xfrm>
          <a:prstGeom prst="ellipse">
            <a:avLst/>
          </a:prstGeom>
          <a:solidFill>
            <a:srgbClr val="F4CCCC"/>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100"/>
            </a:pPr>
            <a:r>
              <a:rPr lang="en-GB" sz="1467">
                <a:solidFill>
                  <a:srgbClr val="000000"/>
                </a:solidFill>
              </a:rPr>
              <a:t>a</a:t>
            </a:r>
            <a:r>
              <a:rPr lang="en-GB" sz="1467" baseline="30000">
                <a:solidFill>
                  <a:srgbClr val="000000"/>
                </a:solidFill>
              </a:rPr>
              <a:t>[4]</a:t>
            </a:r>
            <a:endParaRPr sz="2133">
              <a:solidFill>
                <a:srgbClr val="000000"/>
              </a:solidFill>
            </a:endParaRPr>
          </a:p>
        </p:txBody>
      </p:sp>
      <p:cxnSp>
        <p:nvCxnSpPr>
          <p:cNvPr id="1633" name="Google Shape;1633;p44"/>
          <p:cNvCxnSpPr>
            <a:stCxn id="1632" idx="6"/>
            <a:endCxn id="1634" idx="1"/>
          </p:cNvCxnSpPr>
          <p:nvPr/>
        </p:nvCxnSpPr>
        <p:spPr>
          <a:xfrm rot="10800000" flipH="1">
            <a:off x="10419496" y="3197701"/>
            <a:ext cx="581200" cy="18000"/>
          </a:xfrm>
          <a:prstGeom prst="straightConnector1">
            <a:avLst/>
          </a:prstGeom>
          <a:noFill/>
          <a:ln w="19050" cap="flat" cmpd="sng">
            <a:solidFill>
              <a:srgbClr val="595959"/>
            </a:solidFill>
            <a:prstDash val="solid"/>
            <a:round/>
            <a:headEnd type="none" w="med" len="med"/>
            <a:tailEnd type="triangle" w="med" len="med"/>
          </a:ln>
        </p:spPr>
      </p:cxnSp>
      <p:sp>
        <p:nvSpPr>
          <p:cNvPr id="1635" name="Google Shape;1635;p44"/>
          <p:cNvSpPr txBox="1"/>
          <p:nvPr/>
        </p:nvSpPr>
        <p:spPr>
          <a:xfrm>
            <a:off x="3786729" y="5934900"/>
            <a:ext cx="1216800" cy="501600"/>
          </a:xfrm>
          <a:prstGeom prst="rect">
            <a:avLst/>
          </a:prstGeom>
          <a:noFill/>
          <a:ln w="9525" cap="flat" cmpd="sng">
            <a:solidFill>
              <a:srgbClr val="CFE2F3"/>
            </a:solidFill>
            <a:prstDash val="solid"/>
            <a:round/>
            <a:headEnd type="none" w="sm" len="sm"/>
            <a:tailEnd type="none" w="sm" len="sm"/>
          </a:ln>
        </p:spPr>
        <p:txBody>
          <a:bodyPr spcFirstLastPara="1" wrap="square" lIns="121900" tIns="121900" rIns="121900" bIns="121900" anchor="t" anchorCtr="0">
            <a:noAutofit/>
          </a:bodyPr>
          <a:lstStyle/>
          <a:p>
            <a:pPr algn="ctr"/>
            <a:r>
              <a:rPr lang="en-GB" sz="2400">
                <a:latin typeface="Consolas"/>
                <a:ea typeface="Consolas"/>
                <a:cs typeface="Consolas"/>
                <a:sym typeface="Consolas"/>
              </a:rPr>
              <a:t>A</a:t>
            </a:r>
            <a:r>
              <a:rPr lang="en-GB" sz="2400" baseline="30000">
                <a:latin typeface="Consolas"/>
                <a:ea typeface="Consolas"/>
                <a:cs typeface="Consolas"/>
                <a:sym typeface="Consolas"/>
              </a:rPr>
              <a:t>[1]</a:t>
            </a:r>
            <a:endParaRPr sz="2400" baseline="30000">
              <a:latin typeface="Consolas"/>
              <a:ea typeface="Consolas"/>
              <a:cs typeface="Consolas"/>
              <a:sym typeface="Consolas"/>
            </a:endParaRPr>
          </a:p>
        </p:txBody>
      </p:sp>
      <p:sp>
        <p:nvSpPr>
          <p:cNvPr id="1636" name="Google Shape;1636;p44"/>
          <p:cNvSpPr txBox="1"/>
          <p:nvPr/>
        </p:nvSpPr>
        <p:spPr>
          <a:xfrm>
            <a:off x="7368863" y="5934900"/>
            <a:ext cx="1216800" cy="501600"/>
          </a:xfrm>
          <a:prstGeom prst="rect">
            <a:avLst/>
          </a:prstGeom>
          <a:noFill/>
          <a:ln w="9525" cap="flat" cmpd="sng">
            <a:solidFill>
              <a:srgbClr val="CFE2F3"/>
            </a:solidFill>
            <a:prstDash val="solid"/>
            <a:round/>
            <a:headEnd type="none" w="sm" len="sm"/>
            <a:tailEnd type="none" w="sm" len="sm"/>
          </a:ln>
        </p:spPr>
        <p:txBody>
          <a:bodyPr spcFirstLastPara="1" wrap="square" lIns="121900" tIns="121900" rIns="121900" bIns="121900" anchor="t" anchorCtr="0">
            <a:noAutofit/>
          </a:bodyPr>
          <a:lstStyle/>
          <a:p>
            <a:pPr algn="ctr"/>
            <a:r>
              <a:rPr lang="en-GB" sz="2400">
                <a:latin typeface="Consolas"/>
                <a:ea typeface="Consolas"/>
                <a:cs typeface="Consolas"/>
                <a:sym typeface="Consolas"/>
              </a:rPr>
              <a:t>A</a:t>
            </a:r>
            <a:r>
              <a:rPr lang="en-GB" sz="2400" baseline="30000">
                <a:latin typeface="Consolas"/>
                <a:ea typeface="Consolas"/>
                <a:cs typeface="Consolas"/>
                <a:sym typeface="Consolas"/>
              </a:rPr>
              <a:t>[3]</a:t>
            </a:r>
            <a:endParaRPr sz="2400" baseline="30000">
              <a:latin typeface="Consolas"/>
              <a:ea typeface="Consolas"/>
              <a:cs typeface="Consolas"/>
              <a:sym typeface="Consolas"/>
            </a:endParaRPr>
          </a:p>
        </p:txBody>
      </p:sp>
      <p:sp>
        <p:nvSpPr>
          <p:cNvPr id="1637" name="Google Shape;1637;p44"/>
          <p:cNvSpPr/>
          <p:nvPr/>
        </p:nvSpPr>
        <p:spPr>
          <a:xfrm>
            <a:off x="1367411" y="1994501"/>
            <a:ext cx="462800" cy="2628000"/>
          </a:xfrm>
          <a:prstGeom prst="leftBracket">
            <a:avLst>
              <a:gd name="adj" fmla="val 8333"/>
            </a:avLst>
          </a:prstGeom>
          <a:no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638" name="Google Shape;1638;p44"/>
          <p:cNvSpPr txBox="1"/>
          <p:nvPr/>
        </p:nvSpPr>
        <p:spPr>
          <a:xfrm>
            <a:off x="588433" y="3057700"/>
            <a:ext cx="602800" cy="501600"/>
          </a:xfrm>
          <a:prstGeom prst="rect">
            <a:avLst/>
          </a:prstGeom>
          <a:noFill/>
          <a:ln w="9525" cap="flat" cmpd="sng">
            <a:solidFill>
              <a:srgbClr val="0097A7"/>
            </a:solidFill>
            <a:prstDash val="solid"/>
            <a:round/>
            <a:headEnd type="none" w="sm" len="sm"/>
            <a:tailEnd type="none" w="sm" len="sm"/>
          </a:ln>
        </p:spPr>
        <p:txBody>
          <a:bodyPr spcFirstLastPara="1" wrap="square" lIns="121900" tIns="121900" rIns="121900" bIns="121900" anchor="t" anchorCtr="0">
            <a:noAutofit/>
          </a:bodyPr>
          <a:lstStyle/>
          <a:p>
            <a:pPr algn="ctr"/>
            <a:r>
              <a:rPr lang="en-GB" sz="1600" b="1">
                <a:latin typeface="Consolas"/>
                <a:ea typeface="Consolas"/>
                <a:cs typeface="Consolas"/>
                <a:sym typeface="Consolas"/>
              </a:rPr>
              <a:t>X</a:t>
            </a:r>
            <a:endParaRPr sz="1600" b="1">
              <a:latin typeface="Consolas"/>
              <a:ea typeface="Consolas"/>
              <a:cs typeface="Consolas"/>
              <a:sym typeface="Consolas"/>
            </a:endParaRPr>
          </a:p>
        </p:txBody>
      </p:sp>
      <p:cxnSp>
        <p:nvCxnSpPr>
          <p:cNvPr id="1639" name="Google Shape;1639;p44"/>
          <p:cNvCxnSpPr>
            <a:stCxn id="1640" idx="6"/>
            <a:endCxn id="1632" idx="2"/>
          </p:cNvCxnSpPr>
          <p:nvPr/>
        </p:nvCxnSpPr>
        <p:spPr>
          <a:xfrm rot="10800000" flipH="1">
            <a:off x="8373344" y="3215712"/>
            <a:ext cx="1327600" cy="2120800"/>
          </a:xfrm>
          <a:prstGeom prst="straightConnector1">
            <a:avLst/>
          </a:prstGeom>
          <a:noFill/>
          <a:ln w="9525" cap="flat" cmpd="sng">
            <a:solidFill>
              <a:srgbClr val="595959"/>
            </a:solidFill>
            <a:prstDash val="solid"/>
            <a:round/>
            <a:headEnd type="none" w="med" len="med"/>
            <a:tailEnd type="triangle" w="med" len="med"/>
          </a:ln>
        </p:spPr>
      </p:cxnSp>
      <p:cxnSp>
        <p:nvCxnSpPr>
          <p:cNvPr id="1641" name="Google Shape;1641;p44"/>
          <p:cNvCxnSpPr>
            <a:stCxn id="1642" idx="6"/>
            <a:endCxn id="1632" idx="2"/>
          </p:cNvCxnSpPr>
          <p:nvPr/>
        </p:nvCxnSpPr>
        <p:spPr>
          <a:xfrm>
            <a:off x="8373344" y="2680484"/>
            <a:ext cx="1327600" cy="535200"/>
          </a:xfrm>
          <a:prstGeom prst="straightConnector1">
            <a:avLst/>
          </a:prstGeom>
          <a:noFill/>
          <a:ln w="9525" cap="flat" cmpd="sng">
            <a:solidFill>
              <a:srgbClr val="595959"/>
            </a:solidFill>
            <a:prstDash val="solid"/>
            <a:round/>
            <a:headEnd type="none" w="med" len="med"/>
            <a:tailEnd type="triangle" w="med" len="med"/>
          </a:ln>
        </p:spPr>
      </p:cxnSp>
      <p:cxnSp>
        <p:nvCxnSpPr>
          <p:cNvPr id="1643" name="Google Shape;1643;p44"/>
          <p:cNvCxnSpPr>
            <a:stCxn id="1644" idx="6"/>
            <a:endCxn id="1632" idx="2"/>
          </p:cNvCxnSpPr>
          <p:nvPr/>
        </p:nvCxnSpPr>
        <p:spPr>
          <a:xfrm>
            <a:off x="8373344" y="1648121"/>
            <a:ext cx="1327600" cy="1567600"/>
          </a:xfrm>
          <a:prstGeom prst="straightConnector1">
            <a:avLst/>
          </a:prstGeom>
          <a:noFill/>
          <a:ln w="9525" cap="flat" cmpd="sng">
            <a:solidFill>
              <a:srgbClr val="595959"/>
            </a:solidFill>
            <a:prstDash val="solid"/>
            <a:round/>
            <a:headEnd type="none" w="med" len="med"/>
            <a:tailEnd type="triangle" w="med" len="med"/>
          </a:ln>
        </p:spPr>
      </p:cxnSp>
      <p:cxnSp>
        <p:nvCxnSpPr>
          <p:cNvPr id="1645" name="Google Shape;1645;p44"/>
          <p:cNvCxnSpPr>
            <a:stCxn id="1646" idx="6"/>
            <a:endCxn id="1647" idx="2"/>
          </p:cNvCxnSpPr>
          <p:nvPr/>
        </p:nvCxnSpPr>
        <p:spPr>
          <a:xfrm>
            <a:off x="4790544" y="1648121"/>
            <a:ext cx="1000400" cy="0"/>
          </a:xfrm>
          <a:prstGeom prst="straightConnector1">
            <a:avLst/>
          </a:prstGeom>
          <a:noFill/>
          <a:ln w="9525" cap="flat" cmpd="sng">
            <a:solidFill>
              <a:srgbClr val="595959"/>
            </a:solidFill>
            <a:prstDash val="solid"/>
            <a:round/>
            <a:headEnd type="none" w="med" len="med"/>
            <a:tailEnd type="triangle" w="med" len="med"/>
          </a:ln>
        </p:spPr>
      </p:cxnSp>
      <p:sp>
        <p:nvSpPr>
          <p:cNvPr id="1634" name="Google Shape;1634;p44"/>
          <p:cNvSpPr txBox="1"/>
          <p:nvPr/>
        </p:nvSpPr>
        <p:spPr>
          <a:xfrm>
            <a:off x="11000767" y="2946900"/>
            <a:ext cx="602800" cy="501600"/>
          </a:xfrm>
          <a:prstGeom prst="rect">
            <a:avLst/>
          </a:prstGeom>
          <a:noFill/>
          <a:ln w="9525" cap="flat" cmpd="sng">
            <a:solidFill>
              <a:srgbClr val="0097A7"/>
            </a:solidFill>
            <a:prstDash val="solid"/>
            <a:round/>
            <a:headEnd type="none" w="sm" len="sm"/>
            <a:tailEnd type="none" w="sm" len="sm"/>
          </a:ln>
        </p:spPr>
        <p:txBody>
          <a:bodyPr spcFirstLastPara="1" wrap="square" lIns="121900" tIns="121900" rIns="121900" bIns="121900" anchor="t" anchorCtr="0">
            <a:noAutofit/>
          </a:bodyPr>
          <a:lstStyle/>
          <a:p>
            <a:pPr algn="ctr">
              <a:buClr>
                <a:srgbClr val="000000"/>
              </a:buClr>
              <a:buSzPts val="1100"/>
            </a:pPr>
            <a:r>
              <a:rPr lang="en-GB" sz="1467" b="1">
                <a:latin typeface="Consolas"/>
                <a:ea typeface="Consolas"/>
                <a:cs typeface="Consolas"/>
                <a:sym typeface="Consolas"/>
              </a:rPr>
              <a:t>Ŷ</a:t>
            </a:r>
            <a:endParaRPr sz="1600" b="1">
              <a:latin typeface="Consolas"/>
              <a:ea typeface="Consolas"/>
              <a:cs typeface="Consolas"/>
              <a:sym typeface="Consolas"/>
            </a:endParaRPr>
          </a:p>
        </p:txBody>
      </p:sp>
      <p:sp>
        <p:nvSpPr>
          <p:cNvPr id="1646" name="Google Shape;1646;p44"/>
          <p:cNvSpPr/>
          <p:nvPr/>
        </p:nvSpPr>
        <p:spPr>
          <a:xfrm>
            <a:off x="3999744" y="1240321"/>
            <a:ext cx="790800" cy="815600"/>
          </a:xfrm>
          <a:prstGeom prst="ellipse">
            <a:avLst/>
          </a:prstGeom>
          <a:gradFill>
            <a:gsLst>
              <a:gs pos="0">
                <a:srgbClr val="E0EDBA">
                  <a:alpha val="79215"/>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100"/>
            </a:pPr>
            <a:r>
              <a:rPr lang="en-GB" sz="1467" baseline="30000"/>
              <a:t>[1</a:t>
            </a:r>
            <a:r>
              <a:rPr lang="en-GB" sz="1467">
                <a:solidFill>
                  <a:srgbClr val="000000"/>
                </a:solidFill>
              </a:rPr>
              <a:t>a</a:t>
            </a:r>
            <a:r>
              <a:rPr lang="en-GB" sz="1467" baseline="30000">
                <a:solidFill>
                  <a:srgbClr val="000000"/>
                </a:solidFill>
              </a:rPr>
              <a:t>]</a:t>
            </a:r>
            <a:r>
              <a:rPr lang="en-GB" sz="1467" baseline="-25000">
                <a:solidFill>
                  <a:srgbClr val="000000"/>
                </a:solidFill>
              </a:rPr>
              <a:t>1</a:t>
            </a:r>
            <a:endParaRPr sz="1600" baseline="-25000"/>
          </a:p>
        </p:txBody>
      </p:sp>
      <p:sp>
        <p:nvSpPr>
          <p:cNvPr id="1648" name="Google Shape;1648;p44"/>
          <p:cNvSpPr/>
          <p:nvPr/>
        </p:nvSpPr>
        <p:spPr>
          <a:xfrm>
            <a:off x="3999744" y="2322084"/>
            <a:ext cx="790800" cy="815600"/>
          </a:xfrm>
          <a:prstGeom prst="ellipse">
            <a:avLst/>
          </a:prstGeom>
          <a:gradFill>
            <a:gsLst>
              <a:gs pos="0">
                <a:srgbClr val="E0EDBA">
                  <a:alpha val="79215"/>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100"/>
            </a:pPr>
            <a:r>
              <a:rPr lang="en-GB" sz="1467">
                <a:solidFill>
                  <a:srgbClr val="000000"/>
                </a:solidFill>
              </a:rPr>
              <a:t>a</a:t>
            </a:r>
            <a:r>
              <a:rPr lang="en-GB" sz="1467" baseline="30000">
                <a:solidFill>
                  <a:srgbClr val="000000"/>
                </a:solidFill>
              </a:rPr>
              <a:t>[1]</a:t>
            </a:r>
            <a:r>
              <a:rPr lang="en-GB" sz="1467" baseline="-25000">
                <a:solidFill>
                  <a:srgbClr val="000000"/>
                </a:solidFill>
              </a:rPr>
              <a:t>2</a:t>
            </a:r>
            <a:endParaRPr sz="2133">
              <a:solidFill>
                <a:srgbClr val="000000"/>
              </a:solidFill>
            </a:endParaRPr>
          </a:p>
        </p:txBody>
      </p:sp>
      <p:sp>
        <p:nvSpPr>
          <p:cNvPr id="1649" name="Google Shape;1649;p44"/>
          <p:cNvSpPr/>
          <p:nvPr/>
        </p:nvSpPr>
        <p:spPr>
          <a:xfrm>
            <a:off x="3999744" y="3304915"/>
            <a:ext cx="790800" cy="815600"/>
          </a:xfrm>
          <a:prstGeom prst="ellipse">
            <a:avLst/>
          </a:prstGeom>
          <a:gradFill>
            <a:gsLst>
              <a:gs pos="0">
                <a:srgbClr val="E0EDBA">
                  <a:alpha val="79215"/>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100"/>
            </a:pPr>
            <a:r>
              <a:rPr lang="en-GB" sz="1467">
                <a:solidFill>
                  <a:srgbClr val="000000"/>
                </a:solidFill>
              </a:rPr>
              <a:t>a</a:t>
            </a:r>
            <a:r>
              <a:rPr lang="en-GB" sz="1467" baseline="30000">
                <a:solidFill>
                  <a:srgbClr val="000000"/>
                </a:solidFill>
              </a:rPr>
              <a:t>[1]</a:t>
            </a:r>
            <a:r>
              <a:rPr lang="en-GB" sz="1467" baseline="-25000">
                <a:solidFill>
                  <a:srgbClr val="000000"/>
                </a:solidFill>
              </a:rPr>
              <a:t>3</a:t>
            </a:r>
            <a:endParaRPr sz="2133">
              <a:solidFill>
                <a:srgbClr val="000000"/>
              </a:solidFill>
            </a:endParaRPr>
          </a:p>
        </p:txBody>
      </p:sp>
      <p:sp>
        <p:nvSpPr>
          <p:cNvPr id="1650" name="Google Shape;1650;p44"/>
          <p:cNvSpPr/>
          <p:nvPr/>
        </p:nvSpPr>
        <p:spPr>
          <a:xfrm>
            <a:off x="3999744" y="4952312"/>
            <a:ext cx="782800" cy="815600"/>
          </a:xfrm>
          <a:prstGeom prst="ellipse">
            <a:avLst/>
          </a:prstGeom>
          <a:gradFill>
            <a:gsLst>
              <a:gs pos="0">
                <a:srgbClr val="E0EDBA">
                  <a:alpha val="79215"/>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100"/>
            </a:pPr>
            <a:r>
              <a:rPr lang="en-GB" sz="1467">
                <a:solidFill>
                  <a:srgbClr val="000000"/>
                </a:solidFill>
              </a:rPr>
              <a:t>a</a:t>
            </a:r>
            <a:r>
              <a:rPr lang="en-GB" sz="1467" baseline="30000">
                <a:solidFill>
                  <a:srgbClr val="000000"/>
                </a:solidFill>
              </a:rPr>
              <a:t>[1]</a:t>
            </a:r>
            <a:r>
              <a:rPr lang="en-GB" sz="1467" baseline="-25000">
                <a:solidFill>
                  <a:srgbClr val="000000"/>
                </a:solidFill>
              </a:rPr>
              <a:t>n</a:t>
            </a:r>
            <a:endParaRPr sz="1467">
              <a:solidFill>
                <a:srgbClr val="000000"/>
              </a:solidFill>
            </a:endParaRPr>
          </a:p>
        </p:txBody>
      </p:sp>
      <p:sp>
        <p:nvSpPr>
          <p:cNvPr id="1647" name="Google Shape;1647;p44"/>
          <p:cNvSpPr/>
          <p:nvPr/>
        </p:nvSpPr>
        <p:spPr>
          <a:xfrm>
            <a:off x="5790811" y="1240321"/>
            <a:ext cx="790800" cy="815600"/>
          </a:xfrm>
          <a:prstGeom prst="ellipse">
            <a:avLst/>
          </a:prstGeom>
          <a:gradFill>
            <a:gsLst>
              <a:gs pos="0">
                <a:srgbClr val="E0EDBA">
                  <a:alpha val="79215"/>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100"/>
            </a:pPr>
            <a:r>
              <a:rPr lang="en-GB" sz="1467">
                <a:solidFill>
                  <a:srgbClr val="000000"/>
                </a:solidFill>
              </a:rPr>
              <a:t>a</a:t>
            </a:r>
            <a:r>
              <a:rPr lang="en-GB" sz="1467" baseline="30000">
                <a:solidFill>
                  <a:srgbClr val="000000"/>
                </a:solidFill>
              </a:rPr>
              <a:t>[2]</a:t>
            </a:r>
            <a:r>
              <a:rPr lang="en-GB" sz="1467" baseline="-25000">
                <a:solidFill>
                  <a:srgbClr val="000000"/>
                </a:solidFill>
              </a:rPr>
              <a:t>1</a:t>
            </a:r>
            <a:endParaRPr sz="1600" baseline="-25000"/>
          </a:p>
        </p:txBody>
      </p:sp>
      <p:sp>
        <p:nvSpPr>
          <p:cNvPr id="1651" name="Google Shape;1651;p44"/>
          <p:cNvSpPr/>
          <p:nvPr/>
        </p:nvSpPr>
        <p:spPr>
          <a:xfrm>
            <a:off x="5790811" y="2322084"/>
            <a:ext cx="790800" cy="815600"/>
          </a:xfrm>
          <a:prstGeom prst="ellipse">
            <a:avLst/>
          </a:prstGeom>
          <a:gradFill>
            <a:gsLst>
              <a:gs pos="0">
                <a:srgbClr val="E0EDBA">
                  <a:alpha val="79215"/>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100"/>
            </a:pPr>
            <a:r>
              <a:rPr lang="en-GB" sz="1467">
                <a:solidFill>
                  <a:srgbClr val="000000"/>
                </a:solidFill>
              </a:rPr>
              <a:t>a</a:t>
            </a:r>
            <a:r>
              <a:rPr lang="en-GB" sz="1467" baseline="30000">
                <a:solidFill>
                  <a:srgbClr val="000000"/>
                </a:solidFill>
              </a:rPr>
              <a:t>[2]</a:t>
            </a:r>
            <a:r>
              <a:rPr lang="en-GB" sz="1467" baseline="-25000">
                <a:solidFill>
                  <a:srgbClr val="000000"/>
                </a:solidFill>
              </a:rPr>
              <a:t>2</a:t>
            </a:r>
            <a:endParaRPr sz="2133">
              <a:solidFill>
                <a:srgbClr val="000000"/>
              </a:solidFill>
            </a:endParaRPr>
          </a:p>
        </p:txBody>
      </p:sp>
      <p:sp>
        <p:nvSpPr>
          <p:cNvPr id="1652" name="Google Shape;1652;p44"/>
          <p:cNvSpPr/>
          <p:nvPr/>
        </p:nvSpPr>
        <p:spPr>
          <a:xfrm>
            <a:off x="5790811" y="3341015"/>
            <a:ext cx="790800" cy="815600"/>
          </a:xfrm>
          <a:prstGeom prst="ellipse">
            <a:avLst/>
          </a:prstGeom>
          <a:gradFill>
            <a:gsLst>
              <a:gs pos="0">
                <a:srgbClr val="E0EDBA">
                  <a:alpha val="79215"/>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100"/>
            </a:pPr>
            <a:r>
              <a:rPr lang="en-GB" sz="1467">
                <a:solidFill>
                  <a:srgbClr val="000000"/>
                </a:solidFill>
              </a:rPr>
              <a:t>a</a:t>
            </a:r>
            <a:r>
              <a:rPr lang="en-GB" sz="1467" baseline="30000">
                <a:solidFill>
                  <a:srgbClr val="000000"/>
                </a:solidFill>
              </a:rPr>
              <a:t>[2]</a:t>
            </a:r>
            <a:r>
              <a:rPr lang="en-GB" sz="1467" baseline="-25000">
                <a:solidFill>
                  <a:srgbClr val="000000"/>
                </a:solidFill>
              </a:rPr>
              <a:t>3</a:t>
            </a:r>
            <a:endParaRPr sz="2133">
              <a:solidFill>
                <a:srgbClr val="000000"/>
              </a:solidFill>
            </a:endParaRPr>
          </a:p>
        </p:txBody>
      </p:sp>
      <p:sp>
        <p:nvSpPr>
          <p:cNvPr id="1653" name="Google Shape;1653;p44"/>
          <p:cNvSpPr/>
          <p:nvPr/>
        </p:nvSpPr>
        <p:spPr>
          <a:xfrm>
            <a:off x="5790811" y="4952312"/>
            <a:ext cx="790800" cy="815600"/>
          </a:xfrm>
          <a:prstGeom prst="ellipse">
            <a:avLst/>
          </a:prstGeom>
          <a:gradFill>
            <a:gsLst>
              <a:gs pos="0">
                <a:srgbClr val="E0EDBA">
                  <a:alpha val="79215"/>
                </a:srgbClr>
              </a:gs>
              <a:gs pos="100000">
                <a:srgbClr val="DE87F1">
                  <a:alpha val="48235"/>
                </a:srgbClr>
              </a:gs>
            </a:gsLst>
            <a:lin ang="13500032" scaled="0"/>
          </a:gra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100"/>
            </a:pPr>
            <a:r>
              <a:rPr lang="en-GB" sz="1467">
                <a:solidFill>
                  <a:srgbClr val="000000"/>
                </a:solidFill>
              </a:rPr>
              <a:t>a</a:t>
            </a:r>
            <a:r>
              <a:rPr lang="en-GB" sz="1467" baseline="30000">
                <a:solidFill>
                  <a:srgbClr val="000000"/>
                </a:solidFill>
              </a:rPr>
              <a:t>[2]</a:t>
            </a:r>
            <a:r>
              <a:rPr lang="en-GB" sz="1467" baseline="-25000">
                <a:solidFill>
                  <a:srgbClr val="000000"/>
                </a:solidFill>
              </a:rPr>
              <a:t>n</a:t>
            </a:r>
            <a:endParaRPr sz="2133">
              <a:solidFill>
                <a:srgbClr val="000000"/>
              </a:solidFill>
            </a:endParaRPr>
          </a:p>
        </p:txBody>
      </p:sp>
      <p:sp>
        <p:nvSpPr>
          <p:cNvPr id="1644" name="Google Shape;1644;p44"/>
          <p:cNvSpPr/>
          <p:nvPr/>
        </p:nvSpPr>
        <p:spPr>
          <a:xfrm>
            <a:off x="7582544" y="1240321"/>
            <a:ext cx="790800" cy="815600"/>
          </a:xfrm>
          <a:prstGeom prst="ellipse">
            <a:avLst/>
          </a:prstGeom>
          <a:gradFill>
            <a:gsLst>
              <a:gs pos="0">
                <a:srgbClr val="E0EDBA">
                  <a:alpha val="79215"/>
                </a:srgbClr>
              </a:gs>
              <a:gs pos="100000">
                <a:srgbClr val="DE87F1">
                  <a:alpha val="39607"/>
                </a:srgbClr>
              </a:gs>
            </a:gsLst>
            <a:lin ang="13500032" scaled="0"/>
          </a:gra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100"/>
            </a:pPr>
            <a:r>
              <a:rPr lang="en-GB" sz="1467">
                <a:solidFill>
                  <a:srgbClr val="000000"/>
                </a:solidFill>
              </a:rPr>
              <a:t>a</a:t>
            </a:r>
            <a:r>
              <a:rPr lang="en-GB" sz="1467" baseline="30000">
                <a:solidFill>
                  <a:srgbClr val="000000"/>
                </a:solidFill>
              </a:rPr>
              <a:t>[3]</a:t>
            </a:r>
            <a:r>
              <a:rPr lang="en-GB" sz="1467" baseline="-25000">
                <a:solidFill>
                  <a:srgbClr val="000000"/>
                </a:solidFill>
              </a:rPr>
              <a:t>1</a:t>
            </a:r>
            <a:endParaRPr sz="1600" baseline="-25000"/>
          </a:p>
        </p:txBody>
      </p:sp>
      <p:sp>
        <p:nvSpPr>
          <p:cNvPr id="1642" name="Google Shape;1642;p44"/>
          <p:cNvSpPr/>
          <p:nvPr/>
        </p:nvSpPr>
        <p:spPr>
          <a:xfrm>
            <a:off x="7582544" y="2272684"/>
            <a:ext cx="790800" cy="815600"/>
          </a:xfrm>
          <a:prstGeom prst="ellipse">
            <a:avLst/>
          </a:prstGeom>
          <a:gradFill>
            <a:gsLst>
              <a:gs pos="0">
                <a:srgbClr val="E0EDBA">
                  <a:alpha val="79215"/>
                </a:srgbClr>
              </a:gs>
              <a:gs pos="100000">
                <a:srgbClr val="DE87F1">
                  <a:alpha val="39607"/>
                </a:srgbClr>
              </a:gs>
            </a:gsLst>
            <a:lin ang="13500032" scaled="0"/>
          </a:gra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100"/>
            </a:pPr>
            <a:r>
              <a:rPr lang="en-GB" sz="1467">
                <a:solidFill>
                  <a:srgbClr val="000000"/>
                </a:solidFill>
              </a:rPr>
              <a:t>a</a:t>
            </a:r>
            <a:r>
              <a:rPr lang="en-GB" sz="1467" baseline="30000">
                <a:solidFill>
                  <a:srgbClr val="000000"/>
                </a:solidFill>
              </a:rPr>
              <a:t>[3]</a:t>
            </a:r>
            <a:r>
              <a:rPr lang="en-GB" sz="1467" baseline="-25000">
                <a:solidFill>
                  <a:srgbClr val="000000"/>
                </a:solidFill>
              </a:rPr>
              <a:t>2</a:t>
            </a:r>
            <a:endParaRPr sz="2133">
              <a:solidFill>
                <a:srgbClr val="000000"/>
              </a:solidFill>
            </a:endParaRPr>
          </a:p>
        </p:txBody>
      </p:sp>
      <p:sp>
        <p:nvSpPr>
          <p:cNvPr id="1654" name="Google Shape;1654;p44"/>
          <p:cNvSpPr/>
          <p:nvPr/>
        </p:nvSpPr>
        <p:spPr>
          <a:xfrm>
            <a:off x="7582528" y="3305081"/>
            <a:ext cx="790800" cy="815600"/>
          </a:xfrm>
          <a:prstGeom prst="ellipse">
            <a:avLst/>
          </a:prstGeom>
          <a:gradFill>
            <a:gsLst>
              <a:gs pos="0">
                <a:srgbClr val="E0EDBA">
                  <a:alpha val="79215"/>
                </a:srgbClr>
              </a:gs>
              <a:gs pos="100000">
                <a:srgbClr val="DE87F1">
                  <a:alpha val="39607"/>
                </a:srgbClr>
              </a:gs>
            </a:gsLst>
            <a:lin ang="13500032" scaled="0"/>
          </a:gra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100"/>
            </a:pPr>
            <a:r>
              <a:rPr lang="en-GB" sz="1467">
                <a:solidFill>
                  <a:srgbClr val="000000"/>
                </a:solidFill>
              </a:rPr>
              <a:t>a</a:t>
            </a:r>
            <a:r>
              <a:rPr lang="en-GB" sz="1467" baseline="30000">
                <a:solidFill>
                  <a:srgbClr val="000000"/>
                </a:solidFill>
              </a:rPr>
              <a:t>[3]</a:t>
            </a:r>
            <a:r>
              <a:rPr lang="en-GB" sz="1467" baseline="-25000">
                <a:solidFill>
                  <a:srgbClr val="000000"/>
                </a:solidFill>
              </a:rPr>
              <a:t>3</a:t>
            </a:r>
            <a:endParaRPr sz="2133">
              <a:solidFill>
                <a:srgbClr val="000000"/>
              </a:solidFill>
            </a:endParaRPr>
          </a:p>
        </p:txBody>
      </p:sp>
      <p:sp>
        <p:nvSpPr>
          <p:cNvPr id="1640" name="Google Shape;1640;p44"/>
          <p:cNvSpPr/>
          <p:nvPr/>
        </p:nvSpPr>
        <p:spPr>
          <a:xfrm>
            <a:off x="7582544" y="4928712"/>
            <a:ext cx="790800" cy="815600"/>
          </a:xfrm>
          <a:prstGeom prst="ellipse">
            <a:avLst/>
          </a:prstGeom>
          <a:gradFill>
            <a:gsLst>
              <a:gs pos="0">
                <a:srgbClr val="E0EDBA">
                  <a:alpha val="79215"/>
                </a:srgbClr>
              </a:gs>
              <a:gs pos="100000">
                <a:srgbClr val="DE87F1">
                  <a:alpha val="39607"/>
                </a:srgbClr>
              </a:gs>
            </a:gsLst>
            <a:lin ang="13500032" scaled="0"/>
          </a:gra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SzPts val="1100"/>
            </a:pPr>
            <a:r>
              <a:rPr lang="en-GB" sz="1467">
                <a:solidFill>
                  <a:srgbClr val="000000"/>
                </a:solidFill>
              </a:rPr>
              <a:t>a</a:t>
            </a:r>
            <a:r>
              <a:rPr lang="en-GB" sz="1467" baseline="30000">
                <a:solidFill>
                  <a:srgbClr val="000000"/>
                </a:solidFill>
              </a:rPr>
              <a:t>[3]</a:t>
            </a:r>
            <a:r>
              <a:rPr lang="en-GB" sz="1467" baseline="-25000">
                <a:solidFill>
                  <a:srgbClr val="000000"/>
                </a:solidFill>
              </a:rPr>
              <a:t>n</a:t>
            </a:r>
            <a:endParaRPr sz="2133">
              <a:solidFill>
                <a:srgbClr val="000000"/>
              </a:solidFill>
            </a:endParaRPr>
          </a:p>
        </p:txBody>
      </p:sp>
      <p:cxnSp>
        <p:nvCxnSpPr>
          <p:cNvPr id="1655" name="Google Shape;1655;p44"/>
          <p:cNvCxnSpPr/>
          <p:nvPr/>
        </p:nvCxnSpPr>
        <p:spPr>
          <a:xfrm flipH="1">
            <a:off x="4391133" y="4287700"/>
            <a:ext cx="8000" cy="600000"/>
          </a:xfrm>
          <a:prstGeom prst="straightConnector1">
            <a:avLst/>
          </a:prstGeom>
          <a:noFill/>
          <a:ln w="28575" cap="flat" cmpd="sng">
            <a:solidFill>
              <a:srgbClr val="595959"/>
            </a:solidFill>
            <a:prstDash val="dot"/>
            <a:round/>
            <a:headEnd type="none" w="med" len="med"/>
            <a:tailEnd type="none" w="med" len="med"/>
          </a:ln>
        </p:spPr>
      </p:cxnSp>
      <p:sp>
        <p:nvSpPr>
          <p:cNvPr id="1656" name="Google Shape;1656;p44"/>
          <p:cNvSpPr/>
          <p:nvPr/>
        </p:nvSpPr>
        <p:spPr>
          <a:xfrm>
            <a:off x="1898891" y="3346559"/>
            <a:ext cx="106000" cy="912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657" name="Google Shape;1657;p44"/>
          <p:cNvSpPr/>
          <p:nvPr/>
        </p:nvSpPr>
        <p:spPr>
          <a:xfrm>
            <a:off x="1898891" y="3703208"/>
            <a:ext cx="106000" cy="912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658" name="Google Shape;1658;p44"/>
          <p:cNvSpPr/>
          <p:nvPr/>
        </p:nvSpPr>
        <p:spPr>
          <a:xfrm>
            <a:off x="1898891" y="4059857"/>
            <a:ext cx="106000" cy="912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659" name="Google Shape;1659;p44"/>
          <p:cNvSpPr/>
          <p:nvPr/>
        </p:nvSpPr>
        <p:spPr>
          <a:xfrm>
            <a:off x="1898891" y="4329057"/>
            <a:ext cx="106000" cy="91200"/>
          </a:xfrm>
          <a:prstGeom prst="flowChartConnector">
            <a:avLst/>
          </a:prstGeom>
          <a:solidFill>
            <a:srgbClr val="B7B7B7"/>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cxnSp>
        <p:nvCxnSpPr>
          <p:cNvPr id="1660" name="Google Shape;1660;p44"/>
          <p:cNvCxnSpPr>
            <a:endCxn id="1646" idx="2"/>
          </p:cNvCxnSpPr>
          <p:nvPr/>
        </p:nvCxnSpPr>
        <p:spPr>
          <a:xfrm rot="10800000" flipH="1">
            <a:off x="2013344" y="1648121"/>
            <a:ext cx="1986400" cy="679600"/>
          </a:xfrm>
          <a:prstGeom prst="straightConnector1">
            <a:avLst/>
          </a:prstGeom>
          <a:noFill/>
          <a:ln w="9525" cap="flat" cmpd="sng">
            <a:solidFill>
              <a:srgbClr val="595959"/>
            </a:solidFill>
            <a:prstDash val="solid"/>
            <a:round/>
            <a:headEnd type="none" w="med" len="med"/>
            <a:tailEnd type="triangle" w="med" len="med"/>
          </a:ln>
        </p:spPr>
      </p:cxnSp>
      <p:cxnSp>
        <p:nvCxnSpPr>
          <p:cNvPr id="1661" name="Google Shape;1661;p44"/>
          <p:cNvCxnSpPr>
            <a:stCxn id="1629" idx="5"/>
            <a:endCxn id="1648" idx="2"/>
          </p:cNvCxnSpPr>
          <p:nvPr/>
        </p:nvCxnSpPr>
        <p:spPr>
          <a:xfrm>
            <a:off x="1989368" y="2354436"/>
            <a:ext cx="2010400" cy="375600"/>
          </a:xfrm>
          <a:prstGeom prst="straightConnector1">
            <a:avLst/>
          </a:prstGeom>
          <a:noFill/>
          <a:ln w="9525" cap="flat" cmpd="sng">
            <a:solidFill>
              <a:srgbClr val="595959"/>
            </a:solidFill>
            <a:prstDash val="solid"/>
            <a:round/>
            <a:headEnd type="none" w="med" len="med"/>
            <a:tailEnd type="triangle" w="med" len="med"/>
          </a:ln>
        </p:spPr>
      </p:cxnSp>
      <p:cxnSp>
        <p:nvCxnSpPr>
          <p:cNvPr id="1662" name="Google Shape;1662;p44"/>
          <p:cNvCxnSpPr>
            <a:stCxn id="1629" idx="5"/>
            <a:endCxn id="1649" idx="2"/>
          </p:cNvCxnSpPr>
          <p:nvPr/>
        </p:nvCxnSpPr>
        <p:spPr>
          <a:xfrm>
            <a:off x="1989368" y="2354436"/>
            <a:ext cx="2010400" cy="1358400"/>
          </a:xfrm>
          <a:prstGeom prst="straightConnector1">
            <a:avLst/>
          </a:prstGeom>
          <a:noFill/>
          <a:ln w="9525" cap="flat" cmpd="sng">
            <a:solidFill>
              <a:srgbClr val="595959"/>
            </a:solidFill>
            <a:prstDash val="solid"/>
            <a:round/>
            <a:headEnd type="none" w="med" len="med"/>
            <a:tailEnd type="triangle" w="med" len="med"/>
          </a:ln>
        </p:spPr>
      </p:cxnSp>
      <p:cxnSp>
        <p:nvCxnSpPr>
          <p:cNvPr id="1663" name="Google Shape;1663;p44"/>
          <p:cNvCxnSpPr>
            <a:stCxn id="1629" idx="5"/>
            <a:endCxn id="1650" idx="2"/>
          </p:cNvCxnSpPr>
          <p:nvPr/>
        </p:nvCxnSpPr>
        <p:spPr>
          <a:xfrm>
            <a:off x="1989368" y="2354436"/>
            <a:ext cx="2010400" cy="3005600"/>
          </a:xfrm>
          <a:prstGeom prst="straightConnector1">
            <a:avLst/>
          </a:prstGeom>
          <a:noFill/>
          <a:ln w="9525" cap="flat" cmpd="sng">
            <a:solidFill>
              <a:srgbClr val="595959"/>
            </a:solidFill>
            <a:prstDash val="solid"/>
            <a:round/>
            <a:headEnd type="none" w="med" len="med"/>
            <a:tailEnd type="triangle" w="med" len="med"/>
          </a:ln>
        </p:spPr>
      </p:cxnSp>
      <p:cxnSp>
        <p:nvCxnSpPr>
          <p:cNvPr id="1664" name="Google Shape;1664;p44"/>
          <p:cNvCxnSpPr>
            <a:stCxn id="1630" idx="5"/>
            <a:endCxn id="1646" idx="2"/>
          </p:cNvCxnSpPr>
          <p:nvPr/>
        </p:nvCxnSpPr>
        <p:spPr>
          <a:xfrm rot="10800000" flipH="1">
            <a:off x="1989368" y="1648285"/>
            <a:ext cx="2010400" cy="1062800"/>
          </a:xfrm>
          <a:prstGeom prst="straightConnector1">
            <a:avLst/>
          </a:prstGeom>
          <a:noFill/>
          <a:ln w="9525" cap="flat" cmpd="sng">
            <a:solidFill>
              <a:srgbClr val="595959"/>
            </a:solidFill>
            <a:prstDash val="solid"/>
            <a:round/>
            <a:headEnd type="none" w="med" len="med"/>
            <a:tailEnd type="triangle" w="med" len="med"/>
          </a:ln>
        </p:spPr>
      </p:cxnSp>
      <p:cxnSp>
        <p:nvCxnSpPr>
          <p:cNvPr id="1665" name="Google Shape;1665;p44"/>
          <p:cNvCxnSpPr>
            <a:stCxn id="1630" idx="5"/>
            <a:endCxn id="1649" idx="2"/>
          </p:cNvCxnSpPr>
          <p:nvPr/>
        </p:nvCxnSpPr>
        <p:spPr>
          <a:xfrm>
            <a:off x="1989368" y="2711085"/>
            <a:ext cx="2010400" cy="1001600"/>
          </a:xfrm>
          <a:prstGeom prst="straightConnector1">
            <a:avLst/>
          </a:prstGeom>
          <a:noFill/>
          <a:ln w="9525" cap="flat" cmpd="sng">
            <a:solidFill>
              <a:srgbClr val="595959"/>
            </a:solidFill>
            <a:prstDash val="solid"/>
            <a:round/>
            <a:headEnd type="none" w="med" len="med"/>
            <a:tailEnd type="triangle" w="med" len="med"/>
          </a:ln>
        </p:spPr>
      </p:cxnSp>
      <p:cxnSp>
        <p:nvCxnSpPr>
          <p:cNvPr id="1666" name="Google Shape;1666;p44"/>
          <p:cNvCxnSpPr>
            <a:stCxn id="1630" idx="6"/>
            <a:endCxn id="1648" idx="2"/>
          </p:cNvCxnSpPr>
          <p:nvPr/>
        </p:nvCxnSpPr>
        <p:spPr>
          <a:xfrm>
            <a:off x="2004891" y="2678841"/>
            <a:ext cx="1994800" cy="51200"/>
          </a:xfrm>
          <a:prstGeom prst="straightConnector1">
            <a:avLst/>
          </a:prstGeom>
          <a:noFill/>
          <a:ln w="9525" cap="flat" cmpd="sng">
            <a:solidFill>
              <a:srgbClr val="595959"/>
            </a:solidFill>
            <a:prstDash val="solid"/>
            <a:round/>
            <a:headEnd type="none" w="med" len="med"/>
            <a:tailEnd type="triangle" w="med" len="med"/>
          </a:ln>
        </p:spPr>
      </p:cxnSp>
      <p:cxnSp>
        <p:nvCxnSpPr>
          <p:cNvPr id="1667" name="Google Shape;1667;p44"/>
          <p:cNvCxnSpPr>
            <a:stCxn id="1630" idx="6"/>
            <a:endCxn id="1650" idx="2"/>
          </p:cNvCxnSpPr>
          <p:nvPr/>
        </p:nvCxnSpPr>
        <p:spPr>
          <a:xfrm>
            <a:off x="2004891" y="2678841"/>
            <a:ext cx="1994800" cy="2681200"/>
          </a:xfrm>
          <a:prstGeom prst="straightConnector1">
            <a:avLst/>
          </a:prstGeom>
          <a:noFill/>
          <a:ln w="9525" cap="flat" cmpd="sng">
            <a:solidFill>
              <a:srgbClr val="595959"/>
            </a:solidFill>
            <a:prstDash val="solid"/>
            <a:round/>
            <a:headEnd type="none" w="med" len="med"/>
            <a:tailEnd type="triangle" w="med" len="med"/>
          </a:ln>
        </p:spPr>
      </p:cxnSp>
      <p:cxnSp>
        <p:nvCxnSpPr>
          <p:cNvPr id="1668" name="Google Shape;1668;p44"/>
          <p:cNvCxnSpPr>
            <a:stCxn id="1631" idx="4"/>
            <a:endCxn id="1646" idx="2"/>
          </p:cNvCxnSpPr>
          <p:nvPr/>
        </p:nvCxnSpPr>
        <p:spPr>
          <a:xfrm rot="10800000" flipH="1">
            <a:off x="1951891" y="1648291"/>
            <a:ext cx="2048000" cy="1432800"/>
          </a:xfrm>
          <a:prstGeom prst="straightConnector1">
            <a:avLst/>
          </a:prstGeom>
          <a:noFill/>
          <a:ln w="9525" cap="flat" cmpd="sng">
            <a:solidFill>
              <a:srgbClr val="595959"/>
            </a:solidFill>
            <a:prstDash val="solid"/>
            <a:round/>
            <a:headEnd type="none" w="med" len="med"/>
            <a:tailEnd type="triangle" w="med" len="med"/>
          </a:ln>
        </p:spPr>
      </p:cxnSp>
      <p:cxnSp>
        <p:nvCxnSpPr>
          <p:cNvPr id="1669" name="Google Shape;1669;p44"/>
          <p:cNvCxnSpPr>
            <a:stCxn id="1631" idx="6"/>
            <a:endCxn id="1648" idx="2"/>
          </p:cNvCxnSpPr>
          <p:nvPr/>
        </p:nvCxnSpPr>
        <p:spPr>
          <a:xfrm rot="10800000" flipH="1">
            <a:off x="2004891" y="2729891"/>
            <a:ext cx="1994800" cy="305600"/>
          </a:xfrm>
          <a:prstGeom prst="straightConnector1">
            <a:avLst/>
          </a:prstGeom>
          <a:noFill/>
          <a:ln w="9525" cap="flat" cmpd="sng">
            <a:solidFill>
              <a:srgbClr val="595959"/>
            </a:solidFill>
            <a:prstDash val="solid"/>
            <a:round/>
            <a:headEnd type="none" w="med" len="med"/>
            <a:tailEnd type="triangle" w="med" len="med"/>
          </a:ln>
        </p:spPr>
      </p:cxnSp>
      <p:cxnSp>
        <p:nvCxnSpPr>
          <p:cNvPr id="1670" name="Google Shape;1670;p44"/>
          <p:cNvCxnSpPr>
            <a:stCxn id="1631" idx="6"/>
            <a:endCxn id="1649" idx="2"/>
          </p:cNvCxnSpPr>
          <p:nvPr/>
        </p:nvCxnSpPr>
        <p:spPr>
          <a:xfrm>
            <a:off x="2004891" y="3035491"/>
            <a:ext cx="1994800" cy="677200"/>
          </a:xfrm>
          <a:prstGeom prst="straightConnector1">
            <a:avLst/>
          </a:prstGeom>
          <a:noFill/>
          <a:ln w="9525" cap="flat" cmpd="sng">
            <a:solidFill>
              <a:srgbClr val="595959"/>
            </a:solidFill>
            <a:prstDash val="solid"/>
            <a:round/>
            <a:headEnd type="none" w="med" len="med"/>
            <a:tailEnd type="triangle" w="med" len="med"/>
          </a:ln>
        </p:spPr>
      </p:cxnSp>
      <p:cxnSp>
        <p:nvCxnSpPr>
          <p:cNvPr id="1671" name="Google Shape;1671;p44"/>
          <p:cNvCxnSpPr>
            <a:stCxn id="1631" idx="5"/>
            <a:endCxn id="1650" idx="2"/>
          </p:cNvCxnSpPr>
          <p:nvPr/>
        </p:nvCxnSpPr>
        <p:spPr>
          <a:xfrm>
            <a:off x="1989368" y="3067735"/>
            <a:ext cx="2010400" cy="2292400"/>
          </a:xfrm>
          <a:prstGeom prst="straightConnector1">
            <a:avLst/>
          </a:prstGeom>
          <a:noFill/>
          <a:ln w="9525" cap="flat" cmpd="sng">
            <a:solidFill>
              <a:srgbClr val="595959"/>
            </a:solidFill>
            <a:prstDash val="solid"/>
            <a:round/>
            <a:headEnd type="none" w="med" len="med"/>
            <a:tailEnd type="triangle" w="med" len="med"/>
          </a:ln>
        </p:spPr>
      </p:cxnSp>
      <p:cxnSp>
        <p:nvCxnSpPr>
          <p:cNvPr id="1672" name="Google Shape;1672;p44"/>
          <p:cNvCxnSpPr>
            <a:stCxn id="1656" idx="4"/>
            <a:endCxn id="1646" idx="2"/>
          </p:cNvCxnSpPr>
          <p:nvPr/>
        </p:nvCxnSpPr>
        <p:spPr>
          <a:xfrm rot="10800000" flipH="1">
            <a:off x="1951891" y="1648159"/>
            <a:ext cx="2048000" cy="1789600"/>
          </a:xfrm>
          <a:prstGeom prst="straightConnector1">
            <a:avLst/>
          </a:prstGeom>
          <a:noFill/>
          <a:ln w="9525" cap="flat" cmpd="sng">
            <a:solidFill>
              <a:srgbClr val="595959"/>
            </a:solidFill>
            <a:prstDash val="solid"/>
            <a:round/>
            <a:headEnd type="none" w="med" len="med"/>
            <a:tailEnd type="triangle" w="med" len="med"/>
          </a:ln>
        </p:spPr>
      </p:cxnSp>
      <p:cxnSp>
        <p:nvCxnSpPr>
          <p:cNvPr id="1673" name="Google Shape;1673;p44"/>
          <p:cNvCxnSpPr>
            <a:stCxn id="1656" idx="5"/>
            <a:endCxn id="1648" idx="2"/>
          </p:cNvCxnSpPr>
          <p:nvPr/>
        </p:nvCxnSpPr>
        <p:spPr>
          <a:xfrm rot="10800000" flipH="1">
            <a:off x="1989368" y="2730003"/>
            <a:ext cx="2010400" cy="694400"/>
          </a:xfrm>
          <a:prstGeom prst="straightConnector1">
            <a:avLst/>
          </a:prstGeom>
          <a:noFill/>
          <a:ln w="9525" cap="flat" cmpd="sng">
            <a:solidFill>
              <a:srgbClr val="595959"/>
            </a:solidFill>
            <a:prstDash val="solid"/>
            <a:round/>
            <a:headEnd type="none" w="med" len="med"/>
            <a:tailEnd type="triangle" w="med" len="med"/>
          </a:ln>
        </p:spPr>
      </p:cxnSp>
      <p:cxnSp>
        <p:nvCxnSpPr>
          <p:cNvPr id="1674" name="Google Shape;1674;p44"/>
          <p:cNvCxnSpPr>
            <a:stCxn id="1656" idx="6"/>
            <a:endCxn id="1649" idx="2"/>
          </p:cNvCxnSpPr>
          <p:nvPr/>
        </p:nvCxnSpPr>
        <p:spPr>
          <a:xfrm>
            <a:off x="2004891" y="3392159"/>
            <a:ext cx="1994800" cy="320400"/>
          </a:xfrm>
          <a:prstGeom prst="straightConnector1">
            <a:avLst/>
          </a:prstGeom>
          <a:noFill/>
          <a:ln w="9525" cap="flat" cmpd="sng">
            <a:solidFill>
              <a:srgbClr val="595959"/>
            </a:solidFill>
            <a:prstDash val="solid"/>
            <a:round/>
            <a:headEnd type="none" w="med" len="med"/>
            <a:tailEnd type="triangle" w="med" len="med"/>
          </a:ln>
        </p:spPr>
      </p:cxnSp>
      <p:cxnSp>
        <p:nvCxnSpPr>
          <p:cNvPr id="1675" name="Google Shape;1675;p44"/>
          <p:cNvCxnSpPr>
            <a:stCxn id="1656" idx="5"/>
            <a:endCxn id="1650" idx="2"/>
          </p:cNvCxnSpPr>
          <p:nvPr/>
        </p:nvCxnSpPr>
        <p:spPr>
          <a:xfrm>
            <a:off x="1989368" y="3424403"/>
            <a:ext cx="2010400" cy="1935600"/>
          </a:xfrm>
          <a:prstGeom prst="straightConnector1">
            <a:avLst/>
          </a:prstGeom>
          <a:noFill/>
          <a:ln w="9525" cap="flat" cmpd="sng">
            <a:solidFill>
              <a:srgbClr val="595959"/>
            </a:solidFill>
            <a:prstDash val="solid"/>
            <a:round/>
            <a:headEnd type="none" w="med" len="med"/>
            <a:tailEnd type="triangle" w="med" len="med"/>
          </a:ln>
        </p:spPr>
      </p:cxnSp>
      <p:cxnSp>
        <p:nvCxnSpPr>
          <p:cNvPr id="1676" name="Google Shape;1676;p44"/>
          <p:cNvCxnSpPr>
            <a:stCxn id="1657" idx="5"/>
            <a:endCxn id="1646" idx="2"/>
          </p:cNvCxnSpPr>
          <p:nvPr/>
        </p:nvCxnSpPr>
        <p:spPr>
          <a:xfrm rot="10800000" flipH="1">
            <a:off x="1989368" y="1648252"/>
            <a:ext cx="2010400" cy="2132800"/>
          </a:xfrm>
          <a:prstGeom prst="straightConnector1">
            <a:avLst/>
          </a:prstGeom>
          <a:noFill/>
          <a:ln w="9525" cap="flat" cmpd="sng">
            <a:solidFill>
              <a:srgbClr val="595959"/>
            </a:solidFill>
            <a:prstDash val="solid"/>
            <a:round/>
            <a:headEnd type="none" w="med" len="med"/>
            <a:tailEnd type="triangle" w="med" len="med"/>
          </a:ln>
        </p:spPr>
      </p:cxnSp>
      <p:cxnSp>
        <p:nvCxnSpPr>
          <p:cNvPr id="1677" name="Google Shape;1677;p44"/>
          <p:cNvCxnSpPr>
            <a:stCxn id="1657" idx="6"/>
            <a:endCxn id="1648" idx="2"/>
          </p:cNvCxnSpPr>
          <p:nvPr/>
        </p:nvCxnSpPr>
        <p:spPr>
          <a:xfrm rot="10800000" flipH="1">
            <a:off x="2004891" y="2730008"/>
            <a:ext cx="1994800" cy="1018800"/>
          </a:xfrm>
          <a:prstGeom prst="straightConnector1">
            <a:avLst/>
          </a:prstGeom>
          <a:noFill/>
          <a:ln w="9525" cap="flat" cmpd="sng">
            <a:solidFill>
              <a:srgbClr val="595959"/>
            </a:solidFill>
            <a:prstDash val="solid"/>
            <a:round/>
            <a:headEnd type="none" w="med" len="med"/>
            <a:tailEnd type="triangle" w="med" len="med"/>
          </a:ln>
        </p:spPr>
      </p:cxnSp>
      <p:cxnSp>
        <p:nvCxnSpPr>
          <p:cNvPr id="1678" name="Google Shape;1678;p44"/>
          <p:cNvCxnSpPr>
            <a:stCxn id="1657" idx="5"/>
            <a:endCxn id="1649" idx="2"/>
          </p:cNvCxnSpPr>
          <p:nvPr/>
        </p:nvCxnSpPr>
        <p:spPr>
          <a:xfrm rot="10800000" flipH="1">
            <a:off x="1989368" y="3712652"/>
            <a:ext cx="2010400" cy="68400"/>
          </a:xfrm>
          <a:prstGeom prst="straightConnector1">
            <a:avLst/>
          </a:prstGeom>
          <a:noFill/>
          <a:ln w="9525" cap="flat" cmpd="sng">
            <a:solidFill>
              <a:srgbClr val="595959"/>
            </a:solidFill>
            <a:prstDash val="solid"/>
            <a:round/>
            <a:headEnd type="none" w="med" len="med"/>
            <a:tailEnd type="triangle" w="med" len="med"/>
          </a:ln>
        </p:spPr>
      </p:cxnSp>
      <p:cxnSp>
        <p:nvCxnSpPr>
          <p:cNvPr id="1679" name="Google Shape;1679;p44"/>
          <p:cNvCxnSpPr>
            <a:stCxn id="1657" idx="5"/>
            <a:endCxn id="1650" idx="2"/>
          </p:cNvCxnSpPr>
          <p:nvPr/>
        </p:nvCxnSpPr>
        <p:spPr>
          <a:xfrm>
            <a:off x="1989368" y="3781052"/>
            <a:ext cx="2010400" cy="1579200"/>
          </a:xfrm>
          <a:prstGeom prst="straightConnector1">
            <a:avLst/>
          </a:prstGeom>
          <a:noFill/>
          <a:ln w="9525" cap="flat" cmpd="sng">
            <a:solidFill>
              <a:srgbClr val="595959"/>
            </a:solidFill>
            <a:prstDash val="solid"/>
            <a:round/>
            <a:headEnd type="none" w="med" len="med"/>
            <a:tailEnd type="triangle" w="med" len="med"/>
          </a:ln>
        </p:spPr>
      </p:cxnSp>
      <p:cxnSp>
        <p:nvCxnSpPr>
          <p:cNvPr id="1680" name="Google Shape;1680;p44"/>
          <p:cNvCxnSpPr>
            <a:stCxn id="1658" idx="0"/>
            <a:endCxn id="1649" idx="2"/>
          </p:cNvCxnSpPr>
          <p:nvPr/>
        </p:nvCxnSpPr>
        <p:spPr>
          <a:xfrm rot="10800000" flipH="1">
            <a:off x="1951891" y="3712657"/>
            <a:ext cx="2048000" cy="347200"/>
          </a:xfrm>
          <a:prstGeom prst="straightConnector1">
            <a:avLst/>
          </a:prstGeom>
          <a:noFill/>
          <a:ln w="9525" cap="flat" cmpd="sng">
            <a:solidFill>
              <a:srgbClr val="595959"/>
            </a:solidFill>
            <a:prstDash val="solid"/>
            <a:round/>
            <a:headEnd type="none" w="med" len="med"/>
            <a:tailEnd type="triangle" w="med" len="med"/>
          </a:ln>
        </p:spPr>
      </p:cxnSp>
      <p:cxnSp>
        <p:nvCxnSpPr>
          <p:cNvPr id="1681" name="Google Shape;1681;p44"/>
          <p:cNvCxnSpPr>
            <a:stCxn id="1658" idx="5"/>
            <a:endCxn id="1648" idx="2"/>
          </p:cNvCxnSpPr>
          <p:nvPr/>
        </p:nvCxnSpPr>
        <p:spPr>
          <a:xfrm rot="10800000" flipH="1">
            <a:off x="1989368" y="2729701"/>
            <a:ext cx="2010400" cy="1408000"/>
          </a:xfrm>
          <a:prstGeom prst="straightConnector1">
            <a:avLst/>
          </a:prstGeom>
          <a:noFill/>
          <a:ln w="9525" cap="flat" cmpd="sng">
            <a:solidFill>
              <a:srgbClr val="595959"/>
            </a:solidFill>
            <a:prstDash val="solid"/>
            <a:round/>
            <a:headEnd type="none" w="med" len="med"/>
            <a:tailEnd type="triangle" w="med" len="med"/>
          </a:ln>
        </p:spPr>
      </p:cxnSp>
      <p:cxnSp>
        <p:nvCxnSpPr>
          <p:cNvPr id="1682" name="Google Shape;1682;p44"/>
          <p:cNvCxnSpPr>
            <a:stCxn id="1658" idx="6"/>
            <a:endCxn id="1649" idx="2"/>
          </p:cNvCxnSpPr>
          <p:nvPr/>
        </p:nvCxnSpPr>
        <p:spPr>
          <a:xfrm rot="10800000" flipH="1">
            <a:off x="2004891" y="3712657"/>
            <a:ext cx="1994800" cy="392800"/>
          </a:xfrm>
          <a:prstGeom prst="straightConnector1">
            <a:avLst/>
          </a:prstGeom>
          <a:noFill/>
          <a:ln w="9525" cap="flat" cmpd="sng">
            <a:solidFill>
              <a:srgbClr val="595959"/>
            </a:solidFill>
            <a:prstDash val="solid"/>
            <a:round/>
            <a:headEnd type="none" w="med" len="med"/>
            <a:tailEnd type="triangle" w="med" len="med"/>
          </a:ln>
        </p:spPr>
      </p:cxnSp>
      <p:cxnSp>
        <p:nvCxnSpPr>
          <p:cNvPr id="1683" name="Google Shape;1683;p44"/>
          <p:cNvCxnSpPr>
            <a:stCxn id="1658" idx="5"/>
            <a:endCxn id="1650" idx="2"/>
          </p:cNvCxnSpPr>
          <p:nvPr/>
        </p:nvCxnSpPr>
        <p:spPr>
          <a:xfrm>
            <a:off x="1989368" y="4137701"/>
            <a:ext cx="2010400" cy="1222400"/>
          </a:xfrm>
          <a:prstGeom prst="straightConnector1">
            <a:avLst/>
          </a:prstGeom>
          <a:noFill/>
          <a:ln w="9525" cap="flat" cmpd="sng">
            <a:solidFill>
              <a:srgbClr val="595959"/>
            </a:solidFill>
            <a:prstDash val="solid"/>
            <a:round/>
            <a:headEnd type="none" w="med" len="med"/>
            <a:tailEnd type="triangle" w="med" len="med"/>
          </a:ln>
        </p:spPr>
      </p:cxnSp>
      <p:cxnSp>
        <p:nvCxnSpPr>
          <p:cNvPr id="1684" name="Google Shape;1684;p44"/>
          <p:cNvCxnSpPr>
            <a:stCxn id="1659" idx="5"/>
            <a:endCxn id="1646" idx="2"/>
          </p:cNvCxnSpPr>
          <p:nvPr/>
        </p:nvCxnSpPr>
        <p:spPr>
          <a:xfrm rot="10800000" flipH="1">
            <a:off x="1989368" y="1648101"/>
            <a:ext cx="2010400" cy="2758800"/>
          </a:xfrm>
          <a:prstGeom prst="straightConnector1">
            <a:avLst/>
          </a:prstGeom>
          <a:noFill/>
          <a:ln w="9525" cap="flat" cmpd="sng">
            <a:solidFill>
              <a:srgbClr val="595959"/>
            </a:solidFill>
            <a:prstDash val="solid"/>
            <a:round/>
            <a:headEnd type="none" w="med" len="med"/>
            <a:tailEnd type="triangle" w="med" len="med"/>
          </a:ln>
        </p:spPr>
      </p:cxnSp>
      <p:cxnSp>
        <p:nvCxnSpPr>
          <p:cNvPr id="1685" name="Google Shape;1685;p44"/>
          <p:cNvCxnSpPr>
            <a:stCxn id="1659" idx="5"/>
            <a:endCxn id="1648" idx="2"/>
          </p:cNvCxnSpPr>
          <p:nvPr/>
        </p:nvCxnSpPr>
        <p:spPr>
          <a:xfrm rot="10800000" flipH="1">
            <a:off x="1989368" y="2729701"/>
            <a:ext cx="2010400" cy="1677200"/>
          </a:xfrm>
          <a:prstGeom prst="straightConnector1">
            <a:avLst/>
          </a:prstGeom>
          <a:noFill/>
          <a:ln w="9525" cap="flat" cmpd="sng">
            <a:solidFill>
              <a:srgbClr val="595959"/>
            </a:solidFill>
            <a:prstDash val="solid"/>
            <a:round/>
            <a:headEnd type="none" w="med" len="med"/>
            <a:tailEnd type="triangle" w="med" len="med"/>
          </a:ln>
        </p:spPr>
      </p:cxnSp>
      <p:cxnSp>
        <p:nvCxnSpPr>
          <p:cNvPr id="1686" name="Google Shape;1686;p44"/>
          <p:cNvCxnSpPr>
            <a:stCxn id="1659" idx="5"/>
            <a:endCxn id="1649" idx="2"/>
          </p:cNvCxnSpPr>
          <p:nvPr/>
        </p:nvCxnSpPr>
        <p:spPr>
          <a:xfrm rot="10800000" flipH="1">
            <a:off x="1989368" y="3712901"/>
            <a:ext cx="2010400" cy="694000"/>
          </a:xfrm>
          <a:prstGeom prst="straightConnector1">
            <a:avLst/>
          </a:prstGeom>
          <a:noFill/>
          <a:ln w="9525" cap="flat" cmpd="sng">
            <a:solidFill>
              <a:srgbClr val="595959"/>
            </a:solidFill>
            <a:prstDash val="solid"/>
            <a:round/>
            <a:headEnd type="none" w="med" len="med"/>
            <a:tailEnd type="triangle" w="med" len="med"/>
          </a:ln>
        </p:spPr>
      </p:cxnSp>
      <p:cxnSp>
        <p:nvCxnSpPr>
          <p:cNvPr id="1687" name="Google Shape;1687;p44"/>
          <p:cNvCxnSpPr>
            <a:stCxn id="1659" idx="5"/>
            <a:endCxn id="1650" idx="2"/>
          </p:cNvCxnSpPr>
          <p:nvPr/>
        </p:nvCxnSpPr>
        <p:spPr>
          <a:xfrm>
            <a:off x="1989368" y="4406901"/>
            <a:ext cx="2010400" cy="953200"/>
          </a:xfrm>
          <a:prstGeom prst="straightConnector1">
            <a:avLst/>
          </a:prstGeom>
          <a:noFill/>
          <a:ln w="9525" cap="flat" cmpd="sng">
            <a:solidFill>
              <a:srgbClr val="595959"/>
            </a:solidFill>
            <a:prstDash val="solid"/>
            <a:round/>
            <a:headEnd type="none" w="med" len="med"/>
            <a:tailEnd type="triangle" w="med" len="med"/>
          </a:ln>
        </p:spPr>
      </p:cxnSp>
      <p:cxnSp>
        <p:nvCxnSpPr>
          <p:cNvPr id="1688" name="Google Shape;1688;p44"/>
          <p:cNvCxnSpPr>
            <a:stCxn id="1646" idx="6"/>
            <a:endCxn id="1651" idx="2"/>
          </p:cNvCxnSpPr>
          <p:nvPr/>
        </p:nvCxnSpPr>
        <p:spPr>
          <a:xfrm>
            <a:off x="4790544" y="1648121"/>
            <a:ext cx="1000400" cy="1081600"/>
          </a:xfrm>
          <a:prstGeom prst="straightConnector1">
            <a:avLst/>
          </a:prstGeom>
          <a:noFill/>
          <a:ln w="9525" cap="flat" cmpd="sng">
            <a:solidFill>
              <a:srgbClr val="595959"/>
            </a:solidFill>
            <a:prstDash val="solid"/>
            <a:round/>
            <a:headEnd type="none" w="med" len="med"/>
            <a:tailEnd type="triangle" w="med" len="med"/>
          </a:ln>
        </p:spPr>
      </p:cxnSp>
      <p:cxnSp>
        <p:nvCxnSpPr>
          <p:cNvPr id="1689" name="Google Shape;1689;p44"/>
          <p:cNvCxnSpPr>
            <a:stCxn id="1646" idx="6"/>
            <a:endCxn id="1652" idx="2"/>
          </p:cNvCxnSpPr>
          <p:nvPr/>
        </p:nvCxnSpPr>
        <p:spPr>
          <a:xfrm>
            <a:off x="4790544" y="1648121"/>
            <a:ext cx="1000400" cy="2100800"/>
          </a:xfrm>
          <a:prstGeom prst="straightConnector1">
            <a:avLst/>
          </a:prstGeom>
          <a:noFill/>
          <a:ln w="9525" cap="flat" cmpd="sng">
            <a:solidFill>
              <a:srgbClr val="595959"/>
            </a:solidFill>
            <a:prstDash val="solid"/>
            <a:round/>
            <a:headEnd type="none" w="med" len="med"/>
            <a:tailEnd type="triangle" w="med" len="med"/>
          </a:ln>
        </p:spPr>
      </p:cxnSp>
      <p:cxnSp>
        <p:nvCxnSpPr>
          <p:cNvPr id="1690" name="Google Shape;1690;p44"/>
          <p:cNvCxnSpPr>
            <a:stCxn id="1646" idx="6"/>
            <a:endCxn id="1653" idx="2"/>
          </p:cNvCxnSpPr>
          <p:nvPr/>
        </p:nvCxnSpPr>
        <p:spPr>
          <a:xfrm>
            <a:off x="4790544" y="1648121"/>
            <a:ext cx="1000400" cy="3712000"/>
          </a:xfrm>
          <a:prstGeom prst="straightConnector1">
            <a:avLst/>
          </a:prstGeom>
          <a:noFill/>
          <a:ln w="9525" cap="flat" cmpd="sng">
            <a:solidFill>
              <a:srgbClr val="595959"/>
            </a:solidFill>
            <a:prstDash val="solid"/>
            <a:round/>
            <a:headEnd type="none" w="med" len="med"/>
            <a:tailEnd type="triangle" w="med" len="med"/>
          </a:ln>
        </p:spPr>
      </p:cxnSp>
      <p:cxnSp>
        <p:nvCxnSpPr>
          <p:cNvPr id="1691" name="Google Shape;1691;p44"/>
          <p:cNvCxnSpPr>
            <a:stCxn id="1648" idx="6"/>
            <a:endCxn id="1647" idx="2"/>
          </p:cNvCxnSpPr>
          <p:nvPr/>
        </p:nvCxnSpPr>
        <p:spPr>
          <a:xfrm rot="10800000" flipH="1">
            <a:off x="4790544" y="1648284"/>
            <a:ext cx="1000400" cy="1081600"/>
          </a:xfrm>
          <a:prstGeom prst="straightConnector1">
            <a:avLst/>
          </a:prstGeom>
          <a:noFill/>
          <a:ln w="9525" cap="flat" cmpd="sng">
            <a:solidFill>
              <a:srgbClr val="595959"/>
            </a:solidFill>
            <a:prstDash val="solid"/>
            <a:round/>
            <a:headEnd type="none" w="med" len="med"/>
            <a:tailEnd type="triangle" w="med" len="med"/>
          </a:ln>
        </p:spPr>
      </p:cxnSp>
      <p:cxnSp>
        <p:nvCxnSpPr>
          <p:cNvPr id="1692" name="Google Shape;1692;p44"/>
          <p:cNvCxnSpPr>
            <a:stCxn id="1648" idx="6"/>
            <a:endCxn id="1651" idx="2"/>
          </p:cNvCxnSpPr>
          <p:nvPr/>
        </p:nvCxnSpPr>
        <p:spPr>
          <a:xfrm>
            <a:off x="4790544" y="2729884"/>
            <a:ext cx="1000400" cy="0"/>
          </a:xfrm>
          <a:prstGeom prst="straightConnector1">
            <a:avLst/>
          </a:prstGeom>
          <a:noFill/>
          <a:ln w="9525" cap="flat" cmpd="sng">
            <a:solidFill>
              <a:srgbClr val="595959"/>
            </a:solidFill>
            <a:prstDash val="solid"/>
            <a:round/>
            <a:headEnd type="none" w="med" len="med"/>
            <a:tailEnd type="triangle" w="med" len="med"/>
          </a:ln>
        </p:spPr>
      </p:cxnSp>
      <p:cxnSp>
        <p:nvCxnSpPr>
          <p:cNvPr id="1693" name="Google Shape;1693;p44"/>
          <p:cNvCxnSpPr>
            <a:stCxn id="1648" idx="6"/>
            <a:endCxn id="1652" idx="2"/>
          </p:cNvCxnSpPr>
          <p:nvPr/>
        </p:nvCxnSpPr>
        <p:spPr>
          <a:xfrm>
            <a:off x="4790544" y="2729884"/>
            <a:ext cx="1000400" cy="1018800"/>
          </a:xfrm>
          <a:prstGeom prst="straightConnector1">
            <a:avLst/>
          </a:prstGeom>
          <a:noFill/>
          <a:ln w="9525" cap="flat" cmpd="sng">
            <a:solidFill>
              <a:srgbClr val="595959"/>
            </a:solidFill>
            <a:prstDash val="solid"/>
            <a:round/>
            <a:headEnd type="none" w="med" len="med"/>
            <a:tailEnd type="triangle" w="med" len="med"/>
          </a:ln>
        </p:spPr>
      </p:cxnSp>
      <p:cxnSp>
        <p:nvCxnSpPr>
          <p:cNvPr id="1694" name="Google Shape;1694;p44"/>
          <p:cNvCxnSpPr>
            <a:stCxn id="1648" idx="6"/>
            <a:endCxn id="1653" idx="2"/>
          </p:cNvCxnSpPr>
          <p:nvPr/>
        </p:nvCxnSpPr>
        <p:spPr>
          <a:xfrm>
            <a:off x="4790544" y="2729884"/>
            <a:ext cx="1000400" cy="2630400"/>
          </a:xfrm>
          <a:prstGeom prst="straightConnector1">
            <a:avLst/>
          </a:prstGeom>
          <a:noFill/>
          <a:ln w="9525" cap="flat" cmpd="sng">
            <a:solidFill>
              <a:srgbClr val="595959"/>
            </a:solidFill>
            <a:prstDash val="solid"/>
            <a:round/>
            <a:headEnd type="none" w="med" len="med"/>
            <a:tailEnd type="triangle" w="med" len="med"/>
          </a:ln>
        </p:spPr>
      </p:cxnSp>
      <p:cxnSp>
        <p:nvCxnSpPr>
          <p:cNvPr id="1695" name="Google Shape;1695;p44"/>
          <p:cNvCxnSpPr>
            <a:stCxn id="1649" idx="6"/>
            <a:endCxn id="1647" idx="2"/>
          </p:cNvCxnSpPr>
          <p:nvPr/>
        </p:nvCxnSpPr>
        <p:spPr>
          <a:xfrm rot="10800000" flipH="1">
            <a:off x="4790544" y="1648315"/>
            <a:ext cx="1000400" cy="2064400"/>
          </a:xfrm>
          <a:prstGeom prst="straightConnector1">
            <a:avLst/>
          </a:prstGeom>
          <a:noFill/>
          <a:ln w="9525" cap="flat" cmpd="sng">
            <a:solidFill>
              <a:srgbClr val="595959"/>
            </a:solidFill>
            <a:prstDash val="solid"/>
            <a:round/>
            <a:headEnd type="none" w="med" len="med"/>
            <a:tailEnd type="triangle" w="med" len="med"/>
          </a:ln>
        </p:spPr>
      </p:cxnSp>
      <p:cxnSp>
        <p:nvCxnSpPr>
          <p:cNvPr id="1696" name="Google Shape;1696;p44"/>
          <p:cNvCxnSpPr>
            <a:stCxn id="1649" idx="6"/>
            <a:endCxn id="1651" idx="2"/>
          </p:cNvCxnSpPr>
          <p:nvPr/>
        </p:nvCxnSpPr>
        <p:spPr>
          <a:xfrm rot="10800000" flipH="1">
            <a:off x="4790544" y="2729915"/>
            <a:ext cx="1000400" cy="982800"/>
          </a:xfrm>
          <a:prstGeom prst="straightConnector1">
            <a:avLst/>
          </a:prstGeom>
          <a:noFill/>
          <a:ln w="9525" cap="flat" cmpd="sng">
            <a:solidFill>
              <a:srgbClr val="595959"/>
            </a:solidFill>
            <a:prstDash val="solid"/>
            <a:round/>
            <a:headEnd type="none" w="med" len="med"/>
            <a:tailEnd type="triangle" w="med" len="med"/>
          </a:ln>
        </p:spPr>
      </p:cxnSp>
      <p:cxnSp>
        <p:nvCxnSpPr>
          <p:cNvPr id="1697" name="Google Shape;1697;p44"/>
          <p:cNvCxnSpPr>
            <a:stCxn id="1649" idx="6"/>
            <a:endCxn id="1652" idx="2"/>
          </p:cNvCxnSpPr>
          <p:nvPr/>
        </p:nvCxnSpPr>
        <p:spPr>
          <a:xfrm>
            <a:off x="4790544" y="3712715"/>
            <a:ext cx="1000400" cy="36000"/>
          </a:xfrm>
          <a:prstGeom prst="straightConnector1">
            <a:avLst/>
          </a:prstGeom>
          <a:noFill/>
          <a:ln w="9525" cap="flat" cmpd="sng">
            <a:solidFill>
              <a:srgbClr val="595959"/>
            </a:solidFill>
            <a:prstDash val="solid"/>
            <a:round/>
            <a:headEnd type="none" w="med" len="med"/>
            <a:tailEnd type="triangle" w="med" len="med"/>
          </a:ln>
        </p:spPr>
      </p:cxnSp>
      <p:cxnSp>
        <p:nvCxnSpPr>
          <p:cNvPr id="1698" name="Google Shape;1698;p44"/>
          <p:cNvCxnSpPr>
            <a:stCxn id="1649" idx="6"/>
            <a:endCxn id="1653" idx="2"/>
          </p:cNvCxnSpPr>
          <p:nvPr/>
        </p:nvCxnSpPr>
        <p:spPr>
          <a:xfrm>
            <a:off x="4790544" y="3712715"/>
            <a:ext cx="1000400" cy="1647200"/>
          </a:xfrm>
          <a:prstGeom prst="straightConnector1">
            <a:avLst/>
          </a:prstGeom>
          <a:noFill/>
          <a:ln w="9525" cap="flat" cmpd="sng">
            <a:solidFill>
              <a:srgbClr val="595959"/>
            </a:solidFill>
            <a:prstDash val="solid"/>
            <a:round/>
            <a:headEnd type="none" w="med" len="med"/>
            <a:tailEnd type="triangle" w="med" len="med"/>
          </a:ln>
        </p:spPr>
      </p:cxnSp>
      <p:cxnSp>
        <p:nvCxnSpPr>
          <p:cNvPr id="1699" name="Google Shape;1699;p44"/>
          <p:cNvCxnSpPr>
            <a:endCxn id="1647" idx="2"/>
          </p:cNvCxnSpPr>
          <p:nvPr/>
        </p:nvCxnSpPr>
        <p:spPr>
          <a:xfrm rot="10800000" flipH="1">
            <a:off x="4790411" y="1648121"/>
            <a:ext cx="1000400" cy="3759200"/>
          </a:xfrm>
          <a:prstGeom prst="straightConnector1">
            <a:avLst/>
          </a:prstGeom>
          <a:noFill/>
          <a:ln w="9525" cap="flat" cmpd="sng">
            <a:solidFill>
              <a:srgbClr val="595959"/>
            </a:solidFill>
            <a:prstDash val="solid"/>
            <a:round/>
            <a:headEnd type="none" w="med" len="med"/>
            <a:tailEnd type="triangle" w="med" len="med"/>
          </a:ln>
        </p:spPr>
      </p:cxnSp>
      <p:cxnSp>
        <p:nvCxnSpPr>
          <p:cNvPr id="1700" name="Google Shape;1700;p44"/>
          <p:cNvCxnSpPr>
            <a:stCxn id="1650" idx="6"/>
            <a:endCxn id="1651" idx="2"/>
          </p:cNvCxnSpPr>
          <p:nvPr/>
        </p:nvCxnSpPr>
        <p:spPr>
          <a:xfrm rot="10800000" flipH="1">
            <a:off x="4782544" y="2729712"/>
            <a:ext cx="1008400" cy="2630400"/>
          </a:xfrm>
          <a:prstGeom prst="straightConnector1">
            <a:avLst/>
          </a:prstGeom>
          <a:noFill/>
          <a:ln w="9525" cap="flat" cmpd="sng">
            <a:solidFill>
              <a:srgbClr val="595959"/>
            </a:solidFill>
            <a:prstDash val="solid"/>
            <a:round/>
            <a:headEnd type="none" w="med" len="med"/>
            <a:tailEnd type="triangle" w="med" len="med"/>
          </a:ln>
        </p:spPr>
      </p:cxnSp>
      <p:cxnSp>
        <p:nvCxnSpPr>
          <p:cNvPr id="1701" name="Google Shape;1701;p44"/>
          <p:cNvCxnSpPr>
            <a:stCxn id="1650" idx="6"/>
            <a:endCxn id="1652" idx="2"/>
          </p:cNvCxnSpPr>
          <p:nvPr/>
        </p:nvCxnSpPr>
        <p:spPr>
          <a:xfrm rot="10800000" flipH="1">
            <a:off x="4782544" y="3748912"/>
            <a:ext cx="1008400" cy="1611200"/>
          </a:xfrm>
          <a:prstGeom prst="straightConnector1">
            <a:avLst/>
          </a:prstGeom>
          <a:noFill/>
          <a:ln w="9525" cap="flat" cmpd="sng">
            <a:solidFill>
              <a:srgbClr val="595959"/>
            </a:solidFill>
            <a:prstDash val="solid"/>
            <a:round/>
            <a:headEnd type="none" w="med" len="med"/>
            <a:tailEnd type="triangle" w="med" len="med"/>
          </a:ln>
        </p:spPr>
      </p:cxnSp>
      <p:cxnSp>
        <p:nvCxnSpPr>
          <p:cNvPr id="1702" name="Google Shape;1702;p44"/>
          <p:cNvCxnSpPr>
            <a:stCxn id="1650" idx="6"/>
            <a:endCxn id="1653" idx="2"/>
          </p:cNvCxnSpPr>
          <p:nvPr/>
        </p:nvCxnSpPr>
        <p:spPr>
          <a:xfrm>
            <a:off x="4782544" y="5360112"/>
            <a:ext cx="1008400" cy="0"/>
          </a:xfrm>
          <a:prstGeom prst="straightConnector1">
            <a:avLst/>
          </a:prstGeom>
          <a:noFill/>
          <a:ln w="9525" cap="flat" cmpd="sng">
            <a:solidFill>
              <a:srgbClr val="595959"/>
            </a:solidFill>
            <a:prstDash val="solid"/>
            <a:round/>
            <a:headEnd type="none" w="med" len="med"/>
            <a:tailEnd type="triangle" w="med" len="med"/>
          </a:ln>
        </p:spPr>
      </p:cxnSp>
      <p:cxnSp>
        <p:nvCxnSpPr>
          <p:cNvPr id="1703" name="Google Shape;1703;p44"/>
          <p:cNvCxnSpPr/>
          <p:nvPr/>
        </p:nvCxnSpPr>
        <p:spPr>
          <a:xfrm>
            <a:off x="6581877" y="1624521"/>
            <a:ext cx="1000400" cy="0"/>
          </a:xfrm>
          <a:prstGeom prst="straightConnector1">
            <a:avLst/>
          </a:prstGeom>
          <a:noFill/>
          <a:ln w="9525" cap="flat" cmpd="sng">
            <a:solidFill>
              <a:srgbClr val="595959"/>
            </a:solidFill>
            <a:prstDash val="solid"/>
            <a:round/>
            <a:headEnd type="none" w="med" len="med"/>
            <a:tailEnd type="triangle" w="med" len="med"/>
          </a:ln>
        </p:spPr>
      </p:cxnSp>
      <p:cxnSp>
        <p:nvCxnSpPr>
          <p:cNvPr id="1704" name="Google Shape;1704;p44"/>
          <p:cNvCxnSpPr/>
          <p:nvPr/>
        </p:nvCxnSpPr>
        <p:spPr>
          <a:xfrm>
            <a:off x="6581877" y="1624521"/>
            <a:ext cx="1000400" cy="1081600"/>
          </a:xfrm>
          <a:prstGeom prst="straightConnector1">
            <a:avLst/>
          </a:prstGeom>
          <a:noFill/>
          <a:ln w="9525" cap="flat" cmpd="sng">
            <a:solidFill>
              <a:srgbClr val="595959"/>
            </a:solidFill>
            <a:prstDash val="solid"/>
            <a:round/>
            <a:headEnd type="none" w="med" len="med"/>
            <a:tailEnd type="triangle" w="med" len="med"/>
          </a:ln>
        </p:spPr>
      </p:cxnSp>
      <p:cxnSp>
        <p:nvCxnSpPr>
          <p:cNvPr id="1705" name="Google Shape;1705;p44"/>
          <p:cNvCxnSpPr/>
          <p:nvPr/>
        </p:nvCxnSpPr>
        <p:spPr>
          <a:xfrm>
            <a:off x="6581877" y="1624521"/>
            <a:ext cx="1000400" cy="2100800"/>
          </a:xfrm>
          <a:prstGeom prst="straightConnector1">
            <a:avLst/>
          </a:prstGeom>
          <a:noFill/>
          <a:ln w="9525" cap="flat" cmpd="sng">
            <a:solidFill>
              <a:srgbClr val="595959"/>
            </a:solidFill>
            <a:prstDash val="solid"/>
            <a:round/>
            <a:headEnd type="none" w="med" len="med"/>
            <a:tailEnd type="triangle" w="med" len="med"/>
          </a:ln>
        </p:spPr>
      </p:cxnSp>
      <p:cxnSp>
        <p:nvCxnSpPr>
          <p:cNvPr id="1706" name="Google Shape;1706;p44"/>
          <p:cNvCxnSpPr/>
          <p:nvPr/>
        </p:nvCxnSpPr>
        <p:spPr>
          <a:xfrm>
            <a:off x="6581877" y="1624521"/>
            <a:ext cx="1000400" cy="3712000"/>
          </a:xfrm>
          <a:prstGeom prst="straightConnector1">
            <a:avLst/>
          </a:prstGeom>
          <a:noFill/>
          <a:ln w="9525" cap="flat" cmpd="sng">
            <a:solidFill>
              <a:srgbClr val="595959"/>
            </a:solidFill>
            <a:prstDash val="solid"/>
            <a:round/>
            <a:headEnd type="none" w="med" len="med"/>
            <a:tailEnd type="triangle" w="med" len="med"/>
          </a:ln>
        </p:spPr>
      </p:cxnSp>
      <p:cxnSp>
        <p:nvCxnSpPr>
          <p:cNvPr id="1707" name="Google Shape;1707;p44"/>
          <p:cNvCxnSpPr/>
          <p:nvPr/>
        </p:nvCxnSpPr>
        <p:spPr>
          <a:xfrm rot="10800000" flipH="1">
            <a:off x="6581877" y="1624684"/>
            <a:ext cx="1000400" cy="1081600"/>
          </a:xfrm>
          <a:prstGeom prst="straightConnector1">
            <a:avLst/>
          </a:prstGeom>
          <a:noFill/>
          <a:ln w="9525" cap="flat" cmpd="sng">
            <a:solidFill>
              <a:srgbClr val="595959"/>
            </a:solidFill>
            <a:prstDash val="solid"/>
            <a:round/>
            <a:headEnd type="none" w="med" len="med"/>
            <a:tailEnd type="triangle" w="med" len="med"/>
          </a:ln>
        </p:spPr>
      </p:cxnSp>
      <p:cxnSp>
        <p:nvCxnSpPr>
          <p:cNvPr id="1708" name="Google Shape;1708;p44"/>
          <p:cNvCxnSpPr/>
          <p:nvPr/>
        </p:nvCxnSpPr>
        <p:spPr>
          <a:xfrm>
            <a:off x="6581877" y="2706284"/>
            <a:ext cx="1000400" cy="0"/>
          </a:xfrm>
          <a:prstGeom prst="straightConnector1">
            <a:avLst/>
          </a:prstGeom>
          <a:noFill/>
          <a:ln w="9525" cap="flat" cmpd="sng">
            <a:solidFill>
              <a:srgbClr val="595959"/>
            </a:solidFill>
            <a:prstDash val="solid"/>
            <a:round/>
            <a:headEnd type="none" w="med" len="med"/>
            <a:tailEnd type="triangle" w="med" len="med"/>
          </a:ln>
        </p:spPr>
      </p:cxnSp>
      <p:cxnSp>
        <p:nvCxnSpPr>
          <p:cNvPr id="1709" name="Google Shape;1709;p44"/>
          <p:cNvCxnSpPr/>
          <p:nvPr/>
        </p:nvCxnSpPr>
        <p:spPr>
          <a:xfrm>
            <a:off x="6581877" y="2706284"/>
            <a:ext cx="1000400" cy="1018800"/>
          </a:xfrm>
          <a:prstGeom prst="straightConnector1">
            <a:avLst/>
          </a:prstGeom>
          <a:noFill/>
          <a:ln w="9525" cap="flat" cmpd="sng">
            <a:solidFill>
              <a:srgbClr val="595959"/>
            </a:solidFill>
            <a:prstDash val="solid"/>
            <a:round/>
            <a:headEnd type="none" w="med" len="med"/>
            <a:tailEnd type="triangle" w="med" len="med"/>
          </a:ln>
        </p:spPr>
      </p:cxnSp>
      <p:cxnSp>
        <p:nvCxnSpPr>
          <p:cNvPr id="1710" name="Google Shape;1710;p44"/>
          <p:cNvCxnSpPr/>
          <p:nvPr/>
        </p:nvCxnSpPr>
        <p:spPr>
          <a:xfrm>
            <a:off x="6581877" y="2706284"/>
            <a:ext cx="1000400" cy="2630400"/>
          </a:xfrm>
          <a:prstGeom prst="straightConnector1">
            <a:avLst/>
          </a:prstGeom>
          <a:noFill/>
          <a:ln w="9525" cap="flat" cmpd="sng">
            <a:solidFill>
              <a:srgbClr val="595959"/>
            </a:solidFill>
            <a:prstDash val="solid"/>
            <a:round/>
            <a:headEnd type="none" w="med" len="med"/>
            <a:tailEnd type="triangle" w="med" len="med"/>
          </a:ln>
        </p:spPr>
      </p:cxnSp>
      <p:cxnSp>
        <p:nvCxnSpPr>
          <p:cNvPr id="1711" name="Google Shape;1711;p44"/>
          <p:cNvCxnSpPr/>
          <p:nvPr/>
        </p:nvCxnSpPr>
        <p:spPr>
          <a:xfrm rot="10800000" flipH="1">
            <a:off x="6581877" y="1624715"/>
            <a:ext cx="1000400" cy="2064400"/>
          </a:xfrm>
          <a:prstGeom prst="straightConnector1">
            <a:avLst/>
          </a:prstGeom>
          <a:noFill/>
          <a:ln w="9525" cap="flat" cmpd="sng">
            <a:solidFill>
              <a:srgbClr val="595959"/>
            </a:solidFill>
            <a:prstDash val="solid"/>
            <a:round/>
            <a:headEnd type="none" w="med" len="med"/>
            <a:tailEnd type="triangle" w="med" len="med"/>
          </a:ln>
        </p:spPr>
      </p:cxnSp>
      <p:cxnSp>
        <p:nvCxnSpPr>
          <p:cNvPr id="1712" name="Google Shape;1712;p44"/>
          <p:cNvCxnSpPr/>
          <p:nvPr/>
        </p:nvCxnSpPr>
        <p:spPr>
          <a:xfrm rot="10800000" flipH="1">
            <a:off x="6581877" y="2706315"/>
            <a:ext cx="1000400" cy="982800"/>
          </a:xfrm>
          <a:prstGeom prst="straightConnector1">
            <a:avLst/>
          </a:prstGeom>
          <a:noFill/>
          <a:ln w="9525" cap="flat" cmpd="sng">
            <a:solidFill>
              <a:srgbClr val="595959"/>
            </a:solidFill>
            <a:prstDash val="solid"/>
            <a:round/>
            <a:headEnd type="none" w="med" len="med"/>
            <a:tailEnd type="triangle" w="med" len="med"/>
          </a:ln>
        </p:spPr>
      </p:cxnSp>
      <p:cxnSp>
        <p:nvCxnSpPr>
          <p:cNvPr id="1713" name="Google Shape;1713;p44"/>
          <p:cNvCxnSpPr/>
          <p:nvPr/>
        </p:nvCxnSpPr>
        <p:spPr>
          <a:xfrm>
            <a:off x="6581877" y="3689115"/>
            <a:ext cx="1000400" cy="36000"/>
          </a:xfrm>
          <a:prstGeom prst="straightConnector1">
            <a:avLst/>
          </a:prstGeom>
          <a:noFill/>
          <a:ln w="9525" cap="flat" cmpd="sng">
            <a:solidFill>
              <a:srgbClr val="595959"/>
            </a:solidFill>
            <a:prstDash val="solid"/>
            <a:round/>
            <a:headEnd type="none" w="med" len="med"/>
            <a:tailEnd type="triangle" w="med" len="med"/>
          </a:ln>
        </p:spPr>
      </p:cxnSp>
      <p:cxnSp>
        <p:nvCxnSpPr>
          <p:cNvPr id="1714" name="Google Shape;1714;p44"/>
          <p:cNvCxnSpPr/>
          <p:nvPr/>
        </p:nvCxnSpPr>
        <p:spPr>
          <a:xfrm>
            <a:off x="6581877" y="3689115"/>
            <a:ext cx="1000400" cy="1647200"/>
          </a:xfrm>
          <a:prstGeom prst="straightConnector1">
            <a:avLst/>
          </a:prstGeom>
          <a:noFill/>
          <a:ln w="9525" cap="flat" cmpd="sng">
            <a:solidFill>
              <a:srgbClr val="595959"/>
            </a:solidFill>
            <a:prstDash val="solid"/>
            <a:round/>
            <a:headEnd type="none" w="med" len="med"/>
            <a:tailEnd type="triangle" w="med" len="med"/>
          </a:ln>
        </p:spPr>
      </p:cxnSp>
      <p:cxnSp>
        <p:nvCxnSpPr>
          <p:cNvPr id="1715" name="Google Shape;1715;p44"/>
          <p:cNvCxnSpPr/>
          <p:nvPr/>
        </p:nvCxnSpPr>
        <p:spPr>
          <a:xfrm rot="10800000" flipH="1">
            <a:off x="6581744" y="1624521"/>
            <a:ext cx="1000400" cy="3759200"/>
          </a:xfrm>
          <a:prstGeom prst="straightConnector1">
            <a:avLst/>
          </a:prstGeom>
          <a:noFill/>
          <a:ln w="9525" cap="flat" cmpd="sng">
            <a:solidFill>
              <a:srgbClr val="595959"/>
            </a:solidFill>
            <a:prstDash val="solid"/>
            <a:round/>
            <a:headEnd type="none" w="med" len="med"/>
            <a:tailEnd type="triangle" w="med" len="med"/>
          </a:ln>
        </p:spPr>
      </p:cxnSp>
      <p:cxnSp>
        <p:nvCxnSpPr>
          <p:cNvPr id="1716" name="Google Shape;1716;p44"/>
          <p:cNvCxnSpPr/>
          <p:nvPr/>
        </p:nvCxnSpPr>
        <p:spPr>
          <a:xfrm rot="10800000" flipH="1">
            <a:off x="6581877" y="2706112"/>
            <a:ext cx="1000400" cy="2630400"/>
          </a:xfrm>
          <a:prstGeom prst="straightConnector1">
            <a:avLst/>
          </a:prstGeom>
          <a:noFill/>
          <a:ln w="9525" cap="flat" cmpd="sng">
            <a:solidFill>
              <a:srgbClr val="595959"/>
            </a:solidFill>
            <a:prstDash val="solid"/>
            <a:round/>
            <a:headEnd type="none" w="med" len="med"/>
            <a:tailEnd type="triangle" w="med" len="med"/>
          </a:ln>
        </p:spPr>
      </p:cxnSp>
      <p:cxnSp>
        <p:nvCxnSpPr>
          <p:cNvPr id="1717" name="Google Shape;1717;p44"/>
          <p:cNvCxnSpPr/>
          <p:nvPr/>
        </p:nvCxnSpPr>
        <p:spPr>
          <a:xfrm rot="10800000" flipH="1">
            <a:off x="6581877" y="3725312"/>
            <a:ext cx="1000400" cy="1611200"/>
          </a:xfrm>
          <a:prstGeom prst="straightConnector1">
            <a:avLst/>
          </a:prstGeom>
          <a:noFill/>
          <a:ln w="9525" cap="flat" cmpd="sng">
            <a:solidFill>
              <a:srgbClr val="595959"/>
            </a:solidFill>
            <a:prstDash val="solid"/>
            <a:round/>
            <a:headEnd type="none" w="med" len="med"/>
            <a:tailEnd type="triangle" w="med" len="med"/>
          </a:ln>
        </p:spPr>
      </p:cxnSp>
      <p:cxnSp>
        <p:nvCxnSpPr>
          <p:cNvPr id="1718" name="Google Shape;1718;p44"/>
          <p:cNvCxnSpPr/>
          <p:nvPr/>
        </p:nvCxnSpPr>
        <p:spPr>
          <a:xfrm>
            <a:off x="6581877" y="5336512"/>
            <a:ext cx="1000400" cy="0"/>
          </a:xfrm>
          <a:prstGeom prst="straightConnector1">
            <a:avLst/>
          </a:prstGeom>
          <a:noFill/>
          <a:ln w="9525" cap="flat" cmpd="sng">
            <a:solidFill>
              <a:srgbClr val="595959"/>
            </a:solidFill>
            <a:prstDash val="solid"/>
            <a:round/>
            <a:headEnd type="none" w="med" len="med"/>
            <a:tailEnd type="triangle" w="med" len="med"/>
          </a:ln>
        </p:spPr>
      </p:cxnSp>
      <p:sp>
        <p:nvSpPr>
          <p:cNvPr id="1719" name="Google Shape;1719;p44"/>
          <p:cNvSpPr txBox="1"/>
          <p:nvPr/>
        </p:nvSpPr>
        <p:spPr>
          <a:xfrm>
            <a:off x="5577796" y="5934900"/>
            <a:ext cx="1216800" cy="501600"/>
          </a:xfrm>
          <a:prstGeom prst="rect">
            <a:avLst/>
          </a:prstGeom>
          <a:noFill/>
          <a:ln w="9525" cap="flat" cmpd="sng">
            <a:solidFill>
              <a:srgbClr val="CFE2F3"/>
            </a:solidFill>
            <a:prstDash val="solid"/>
            <a:round/>
            <a:headEnd type="none" w="sm" len="sm"/>
            <a:tailEnd type="none" w="sm" len="sm"/>
          </a:ln>
        </p:spPr>
        <p:txBody>
          <a:bodyPr spcFirstLastPara="1" wrap="square" lIns="121900" tIns="121900" rIns="121900" bIns="121900" anchor="t" anchorCtr="0">
            <a:noAutofit/>
          </a:bodyPr>
          <a:lstStyle/>
          <a:p>
            <a:pPr algn="ctr"/>
            <a:r>
              <a:rPr lang="en-GB" sz="2400">
                <a:latin typeface="Consolas"/>
                <a:ea typeface="Consolas"/>
                <a:cs typeface="Consolas"/>
                <a:sym typeface="Consolas"/>
              </a:rPr>
              <a:t>A</a:t>
            </a:r>
            <a:r>
              <a:rPr lang="en-GB" sz="2400" baseline="30000">
                <a:latin typeface="Consolas"/>
                <a:ea typeface="Consolas"/>
                <a:cs typeface="Consolas"/>
                <a:sym typeface="Consolas"/>
              </a:rPr>
              <a:t>[2]</a:t>
            </a:r>
            <a:endParaRPr sz="2400" baseline="30000">
              <a:latin typeface="Consolas"/>
              <a:ea typeface="Consolas"/>
              <a:cs typeface="Consolas"/>
              <a:sym typeface="Consolas"/>
            </a:endParaRPr>
          </a:p>
        </p:txBody>
      </p:sp>
      <p:cxnSp>
        <p:nvCxnSpPr>
          <p:cNvPr id="1720" name="Google Shape;1720;p44"/>
          <p:cNvCxnSpPr>
            <a:stCxn id="1654" idx="6"/>
            <a:endCxn id="1632" idx="2"/>
          </p:cNvCxnSpPr>
          <p:nvPr/>
        </p:nvCxnSpPr>
        <p:spPr>
          <a:xfrm rot="10800000" flipH="1">
            <a:off x="8373328" y="3215681"/>
            <a:ext cx="1327600" cy="497200"/>
          </a:xfrm>
          <a:prstGeom prst="straightConnector1">
            <a:avLst/>
          </a:prstGeom>
          <a:noFill/>
          <a:ln w="9525" cap="flat" cmpd="sng">
            <a:solidFill>
              <a:srgbClr val="595959"/>
            </a:solidFill>
            <a:prstDash val="solid"/>
            <a:round/>
            <a:headEnd type="none" w="med" len="med"/>
            <a:tailEnd type="triangle" w="med" len="med"/>
          </a:ln>
        </p:spPr>
      </p:cxnSp>
      <p:sp>
        <p:nvSpPr>
          <p:cNvPr id="1721" name="Google Shape;1721;p44"/>
          <p:cNvSpPr txBox="1"/>
          <p:nvPr/>
        </p:nvSpPr>
        <p:spPr>
          <a:xfrm>
            <a:off x="9451896" y="5934900"/>
            <a:ext cx="1216800" cy="501600"/>
          </a:xfrm>
          <a:prstGeom prst="rect">
            <a:avLst/>
          </a:prstGeom>
          <a:noFill/>
          <a:ln w="9525" cap="flat" cmpd="sng">
            <a:solidFill>
              <a:srgbClr val="CFE2F3"/>
            </a:solidFill>
            <a:prstDash val="solid"/>
            <a:round/>
            <a:headEnd type="none" w="sm" len="sm"/>
            <a:tailEnd type="none" w="sm" len="sm"/>
          </a:ln>
        </p:spPr>
        <p:txBody>
          <a:bodyPr spcFirstLastPara="1" wrap="square" lIns="121900" tIns="121900" rIns="121900" bIns="121900" anchor="t" anchorCtr="0">
            <a:noAutofit/>
          </a:bodyPr>
          <a:lstStyle/>
          <a:p>
            <a:pPr algn="ctr"/>
            <a:r>
              <a:rPr lang="en-GB" sz="2400">
                <a:latin typeface="Consolas"/>
                <a:ea typeface="Consolas"/>
                <a:cs typeface="Consolas"/>
                <a:sym typeface="Consolas"/>
              </a:rPr>
              <a:t>A</a:t>
            </a:r>
            <a:r>
              <a:rPr lang="en-GB" sz="2400" baseline="30000">
                <a:latin typeface="Consolas"/>
                <a:ea typeface="Consolas"/>
                <a:cs typeface="Consolas"/>
                <a:sym typeface="Consolas"/>
              </a:rPr>
              <a:t>[4]</a:t>
            </a:r>
            <a:endParaRPr sz="2400" baseline="30000">
              <a:latin typeface="Consolas"/>
              <a:ea typeface="Consolas"/>
              <a:cs typeface="Consolas"/>
              <a:sym typeface="Consolas"/>
            </a:endParaRPr>
          </a:p>
        </p:txBody>
      </p:sp>
      <p:cxnSp>
        <p:nvCxnSpPr>
          <p:cNvPr id="1722" name="Google Shape;1722;p44"/>
          <p:cNvCxnSpPr/>
          <p:nvPr/>
        </p:nvCxnSpPr>
        <p:spPr>
          <a:xfrm flipH="1">
            <a:off x="6182267" y="4287700"/>
            <a:ext cx="8000" cy="600000"/>
          </a:xfrm>
          <a:prstGeom prst="straightConnector1">
            <a:avLst/>
          </a:prstGeom>
          <a:noFill/>
          <a:ln w="28575" cap="flat" cmpd="sng">
            <a:solidFill>
              <a:srgbClr val="595959"/>
            </a:solidFill>
            <a:prstDash val="dot"/>
            <a:round/>
            <a:headEnd type="none" w="med" len="med"/>
            <a:tailEnd type="none" w="med" len="med"/>
          </a:ln>
        </p:spPr>
      </p:cxnSp>
      <p:cxnSp>
        <p:nvCxnSpPr>
          <p:cNvPr id="1723" name="Google Shape;1723;p44"/>
          <p:cNvCxnSpPr/>
          <p:nvPr/>
        </p:nvCxnSpPr>
        <p:spPr>
          <a:xfrm flipH="1">
            <a:off x="7973733" y="4287684"/>
            <a:ext cx="8000" cy="600000"/>
          </a:xfrm>
          <a:prstGeom prst="straightConnector1">
            <a:avLst/>
          </a:prstGeom>
          <a:noFill/>
          <a:ln w="28575" cap="flat" cmpd="sng">
            <a:solidFill>
              <a:srgbClr val="595959"/>
            </a:solidFill>
            <a:prstDash val="dot"/>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47"/>
        <p:cNvGrpSpPr/>
        <p:nvPr/>
      </p:nvGrpSpPr>
      <p:grpSpPr>
        <a:xfrm>
          <a:off x="0" y="0"/>
          <a:ext cx="0" cy="0"/>
          <a:chOff x="0" y="0"/>
          <a:chExt cx="0" cy="0"/>
        </a:xfrm>
      </p:grpSpPr>
      <p:sp>
        <p:nvSpPr>
          <p:cNvPr id="3248" name="Google Shape;3248;p52"/>
          <p:cNvSpPr/>
          <p:nvPr/>
        </p:nvSpPr>
        <p:spPr>
          <a:xfrm>
            <a:off x="5829733" y="929800"/>
            <a:ext cx="2552400" cy="3955200"/>
          </a:xfrm>
          <a:prstGeom prst="rect">
            <a:avLst/>
          </a:prstGeom>
          <a:solidFill>
            <a:schemeClr val="lt2"/>
          </a:solidFill>
          <a:ln>
            <a:noFill/>
          </a:ln>
        </p:spPr>
        <p:txBody>
          <a:bodyPr spcFirstLastPara="1" wrap="square" lIns="121900" tIns="121900" rIns="121900" bIns="121900" anchor="ctr" anchorCtr="0">
            <a:noAutofit/>
          </a:bodyPr>
          <a:lstStyle/>
          <a:p>
            <a:endParaRPr sz="2400"/>
          </a:p>
        </p:txBody>
      </p:sp>
      <p:sp>
        <p:nvSpPr>
          <p:cNvPr id="3249" name="Google Shape;3249;p52"/>
          <p:cNvSpPr/>
          <p:nvPr/>
        </p:nvSpPr>
        <p:spPr>
          <a:xfrm>
            <a:off x="2905467" y="2303667"/>
            <a:ext cx="2552400" cy="2581200"/>
          </a:xfrm>
          <a:prstGeom prst="rect">
            <a:avLst/>
          </a:prstGeom>
          <a:solidFill>
            <a:schemeClr val="lt2"/>
          </a:solidFill>
          <a:ln>
            <a:noFill/>
          </a:ln>
        </p:spPr>
        <p:txBody>
          <a:bodyPr spcFirstLastPara="1" wrap="square" lIns="121900" tIns="121900" rIns="121900" bIns="121900" anchor="ctr" anchorCtr="0">
            <a:noAutofit/>
          </a:bodyPr>
          <a:lstStyle/>
          <a:p>
            <a:endParaRPr sz="2400"/>
          </a:p>
        </p:txBody>
      </p:sp>
      <p:sp>
        <p:nvSpPr>
          <p:cNvPr id="3250" name="Google Shape;3250;p52"/>
          <p:cNvSpPr/>
          <p:nvPr/>
        </p:nvSpPr>
        <p:spPr>
          <a:xfrm>
            <a:off x="3288067" y="4002133"/>
            <a:ext cx="2020000" cy="513600"/>
          </a:xfrm>
          <a:prstGeom prst="roundRect">
            <a:avLst>
              <a:gd name="adj" fmla="val 16667"/>
            </a:avLst>
          </a:prstGeom>
          <a:gradFill>
            <a:gsLst>
              <a:gs pos="0">
                <a:srgbClr val="F7E9D4"/>
              </a:gs>
              <a:gs pos="100000">
                <a:srgbClr val="E6B94E"/>
              </a:gs>
            </a:gsLst>
            <a:lin ang="2700006"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Multi-Head</a:t>
            </a:r>
            <a:endParaRPr sz="1467">
              <a:solidFill>
                <a:srgbClr val="666666"/>
              </a:solidFill>
            </a:endParaRPr>
          </a:p>
          <a:p>
            <a:pPr algn="ctr"/>
            <a:r>
              <a:rPr lang="en-GB" sz="1467">
                <a:solidFill>
                  <a:srgbClr val="666666"/>
                </a:solidFill>
              </a:rPr>
              <a:t>Attention</a:t>
            </a:r>
            <a:endParaRPr sz="1467">
              <a:solidFill>
                <a:srgbClr val="666666"/>
              </a:solidFill>
            </a:endParaRPr>
          </a:p>
        </p:txBody>
      </p:sp>
      <p:sp>
        <p:nvSpPr>
          <p:cNvPr id="3251" name="Google Shape;3251;p52"/>
          <p:cNvSpPr/>
          <p:nvPr/>
        </p:nvSpPr>
        <p:spPr>
          <a:xfrm>
            <a:off x="3287933" y="3648200"/>
            <a:ext cx="2020000" cy="261600"/>
          </a:xfrm>
          <a:prstGeom prst="roundRect">
            <a:avLst>
              <a:gd name="adj" fmla="val 28518"/>
            </a:avLst>
          </a:prstGeom>
          <a:gradFill>
            <a:gsLst>
              <a:gs pos="0">
                <a:srgbClr val="69D4F4">
                  <a:alpha val="26274"/>
                </a:srgbClr>
              </a:gs>
              <a:gs pos="100000">
                <a:srgbClr val="9F39D5">
                  <a:alpha val="16862"/>
                </a:srgbClr>
              </a:gs>
            </a:gsLst>
            <a:lin ang="13500032"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Add &amp; Norm</a:t>
            </a:r>
            <a:endParaRPr sz="1467">
              <a:solidFill>
                <a:srgbClr val="666666"/>
              </a:solidFill>
            </a:endParaRPr>
          </a:p>
        </p:txBody>
      </p:sp>
      <p:sp>
        <p:nvSpPr>
          <p:cNvPr id="3252" name="Google Shape;3252;p52"/>
          <p:cNvSpPr/>
          <p:nvPr/>
        </p:nvSpPr>
        <p:spPr>
          <a:xfrm>
            <a:off x="3288067" y="5623433"/>
            <a:ext cx="2020000" cy="581200"/>
          </a:xfrm>
          <a:prstGeom prst="roundRect">
            <a:avLst>
              <a:gd name="adj" fmla="val 16667"/>
            </a:avLst>
          </a:prstGeom>
          <a:gradFill>
            <a:gsLst>
              <a:gs pos="0">
                <a:srgbClr val="D8EDBA">
                  <a:alpha val="57647"/>
                </a:srgbClr>
              </a:gs>
              <a:gs pos="100000">
                <a:srgbClr val="FE9696">
                  <a:alpha val="73725"/>
                </a:srgbClr>
              </a:gs>
            </a:gsLst>
            <a:lin ang="13500032"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Input</a:t>
            </a:r>
            <a:endParaRPr sz="1467">
              <a:solidFill>
                <a:srgbClr val="666666"/>
              </a:solidFill>
            </a:endParaRPr>
          </a:p>
          <a:p>
            <a:pPr algn="ctr"/>
            <a:r>
              <a:rPr lang="en-GB" sz="1467">
                <a:solidFill>
                  <a:srgbClr val="666666"/>
                </a:solidFill>
              </a:rPr>
              <a:t>Embedding</a:t>
            </a:r>
            <a:endParaRPr sz="1467">
              <a:solidFill>
                <a:srgbClr val="666666"/>
              </a:solidFill>
            </a:endParaRPr>
          </a:p>
        </p:txBody>
      </p:sp>
      <p:grpSp>
        <p:nvGrpSpPr>
          <p:cNvPr id="3253" name="Google Shape;3253;p52"/>
          <p:cNvGrpSpPr/>
          <p:nvPr/>
        </p:nvGrpSpPr>
        <p:grpSpPr>
          <a:xfrm>
            <a:off x="4127442" y="5020111"/>
            <a:ext cx="341244" cy="344312"/>
            <a:chOff x="2372506" y="3438683"/>
            <a:chExt cx="255933" cy="258234"/>
          </a:xfrm>
        </p:grpSpPr>
        <p:pic>
          <p:nvPicPr>
            <p:cNvPr id="3254" name="Google Shape;3254;p52" descr="+" title="MathEquation,#585858"/>
            <p:cNvPicPr preferRelativeResize="0"/>
            <p:nvPr/>
          </p:nvPicPr>
          <p:blipFill>
            <a:blip r:embed="rId3"/>
            <a:stretch>
              <a:fillRect/>
            </a:stretch>
          </p:blipFill>
          <p:spPr>
            <a:xfrm>
              <a:off x="2407953" y="3466746"/>
              <a:ext cx="185039" cy="202107"/>
            </a:xfrm>
            <a:prstGeom prst="rect">
              <a:avLst/>
            </a:prstGeom>
            <a:noFill/>
            <a:ln>
              <a:noFill/>
            </a:ln>
          </p:spPr>
        </p:pic>
        <p:sp>
          <p:nvSpPr>
            <p:cNvPr id="3255" name="Google Shape;3255;p52"/>
            <p:cNvSpPr/>
            <p:nvPr/>
          </p:nvSpPr>
          <p:spPr>
            <a:xfrm>
              <a:off x="2372506" y="3438683"/>
              <a:ext cx="255933" cy="258234"/>
            </a:xfrm>
            <a:prstGeom prst="ellipse">
              <a:avLst/>
            </a:prstGeom>
            <a:gradFill>
              <a:gsLst>
                <a:gs pos="0">
                  <a:srgbClr val="69D4F4">
                    <a:alpha val="26274"/>
                  </a:srgbClr>
                </a:gs>
                <a:gs pos="100000">
                  <a:srgbClr val="9F39D5">
                    <a:alpha val="16862"/>
                  </a:srgbClr>
                </a:gs>
              </a:gsLst>
              <a:lin ang="13500032" scaled="0"/>
            </a:gra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rgbClr val="666666"/>
                </a:solidFill>
              </a:endParaRPr>
            </a:p>
          </p:txBody>
        </p:sp>
      </p:grpSp>
      <p:grpSp>
        <p:nvGrpSpPr>
          <p:cNvPr id="3256" name="Google Shape;3256;p52"/>
          <p:cNvGrpSpPr/>
          <p:nvPr/>
        </p:nvGrpSpPr>
        <p:grpSpPr>
          <a:xfrm>
            <a:off x="3288066" y="4935465"/>
            <a:ext cx="542908" cy="513600"/>
            <a:chOff x="7687999" y="1673849"/>
            <a:chExt cx="407181" cy="385200"/>
          </a:xfrm>
        </p:grpSpPr>
        <p:sp>
          <p:nvSpPr>
            <p:cNvPr id="3257" name="Google Shape;3257;p52"/>
            <p:cNvSpPr/>
            <p:nvPr/>
          </p:nvSpPr>
          <p:spPr>
            <a:xfrm>
              <a:off x="7687999" y="1673849"/>
              <a:ext cx="407100" cy="385200"/>
            </a:xfrm>
            <a:prstGeom prst="ellipse">
              <a:avLst/>
            </a:prstGeom>
            <a:gradFill>
              <a:gsLst>
                <a:gs pos="0">
                  <a:srgbClr val="69D4F4">
                    <a:alpha val="26274"/>
                  </a:srgbClr>
                </a:gs>
                <a:gs pos="100000">
                  <a:srgbClr val="9F39D5">
                    <a:alpha val="16862"/>
                  </a:srgbClr>
                </a:gs>
              </a:gsLst>
              <a:lin ang="13500032" scaled="0"/>
            </a:gra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rgbClr val="666666"/>
                </a:solidFill>
              </a:endParaRPr>
            </a:p>
          </p:txBody>
        </p:sp>
        <p:sp>
          <p:nvSpPr>
            <p:cNvPr id="3258" name="Google Shape;3258;p52"/>
            <p:cNvSpPr/>
            <p:nvPr/>
          </p:nvSpPr>
          <p:spPr>
            <a:xfrm>
              <a:off x="7695890" y="1786160"/>
              <a:ext cx="399290" cy="178980"/>
            </a:xfrm>
            <a:custGeom>
              <a:avLst/>
              <a:gdLst/>
              <a:ahLst/>
              <a:cxnLst/>
              <a:rect l="l" t="t" r="r" b="b"/>
              <a:pathLst>
                <a:path w="20772" h="9028" extrusionOk="0">
                  <a:moveTo>
                    <a:pt x="0" y="3089"/>
                  </a:moveTo>
                  <a:cubicBezTo>
                    <a:pt x="1222" y="2614"/>
                    <a:pt x="4819" y="-712"/>
                    <a:pt x="7331" y="238"/>
                  </a:cubicBezTo>
                  <a:cubicBezTo>
                    <a:pt x="9843" y="1188"/>
                    <a:pt x="12830" y="7841"/>
                    <a:pt x="15070" y="8791"/>
                  </a:cubicBezTo>
                  <a:cubicBezTo>
                    <a:pt x="17310" y="9741"/>
                    <a:pt x="19822" y="6415"/>
                    <a:pt x="20772" y="5940"/>
                  </a:cubicBezTo>
                </a:path>
              </a:pathLst>
            </a:custGeom>
            <a:noFill/>
            <a:ln w="9525" cap="flat" cmpd="sng">
              <a:solidFill>
                <a:schemeClr val="dk2"/>
              </a:solidFill>
              <a:prstDash val="solid"/>
              <a:round/>
              <a:headEnd type="none" w="med" len="med"/>
              <a:tailEnd type="none" w="med" len="med"/>
            </a:ln>
          </p:spPr>
        </p:sp>
      </p:grpSp>
      <p:cxnSp>
        <p:nvCxnSpPr>
          <p:cNvPr id="3259" name="Google Shape;3259;p52"/>
          <p:cNvCxnSpPr>
            <a:endCxn id="3252" idx="2"/>
          </p:cNvCxnSpPr>
          <p:nvPr/>
        </p:nvCxnSpPr>
        <p:spPr>
          <a:xfrm rot="10800000">
            <a:off x="4298067" y="6204633"/>
            <a:ext cx="6000" cy="307600"/>
          </a:xfrm>
          <a:prstGeom prst="straightConnector1">
            <a:avLst/>
          </a:prstGeom>
          <a:noFill/>
          <a:ln w="9525" cap="flat" cmpd="sng">
            <a:solidFill>
              <a:schemeClr val="dk2"/>
            </a:solidFill>
            <a:prstDash val="solid"/>
            <a:round/>
            <a:headEnd type="none" w="med" len="med"/>
            <a:tailEnd type="triangle" w="med" len="med"/>
          </a:ln>
        </p:spPr>
      </p:cxnSp>
      <p:cxnSp>
        <p:nvCxnSpPr>
          <p:cNvPr id="3260" name="Google Shape;3260;p52"/>
          <p:cNvCxnSpPr>
            <a:endCxn id="3255" idx="4"/>
          </p:cNvCxnSpPr>
          <p:nvPr/>
        </p:nvCxnSpPr>
        <p:spPr>
          <a:xfrm rot="10800000">
            <a:off x="4298064" y="5364423"/>
            <a:ext cx="0" cy="261600"/>
          </a:xfrm>
          <a:prstGeom prst="straightConnector1">
            <a:avLst/>
          </a:prstGeom>
          <a:noFill/>
          <a:ln w="9525" cap="flat" cmpd="sng">
            <a:solidFill>
              <a:schemeClr val="dk2"/>
            </a:solidFill>
            <a:prstDash val="solid"/>
            <a:round/>
            <a:headEnd type="none" w="med" len="med"/>
            <a:tailEnd type="triangle" w="med" len="med"/>
          </a:ln>
        </p:spPr>
      </p:cxnSp>
      <p:cxnSp>
        <p:nvCxnSpPr>
          <p:cNvPr id="3261" name="Google Shape;3261;p52"/>
          <p:cNvCxnSpPr>
            <a:stCxn id="3255" idx="0"/>
            <a:endCxn id="3250" idx="2"/>
          </p:cNvCxnSpPr>
          <p:nvPr/>
        </p:nvCxnSpPr>
        <p:spPr>
          <a:xfrm rot="10800000">
            <a:off x="4298064" y="4515711"/>
            <a:ext cx="0" cy="504400"/>
          </a:xfrm>
          <a:prstGeom prst="straightConnector1">
            <a:avLst/>
          </a:prstGeom>
          <a:noFill/>
          <a:ln w="9525" cap="flat" cmpd="sng">
            <a:solidFill>
              <a:schemeClr val="dk2"/>
            </a:solidFill>
            <a:prstDash val="solid"/>
            <a:round/>
            <a:headEnd type="none" w="med" len="med"/>
            <a:tailEnd type="triangle" w="med" len="med"/>
          </a:ln>
        </p:spPr>
      </p:cxnSp>
      <p:sp>
        <p:nvSpPr>
          <p:cNvPr id="3262" name="Google Shape;3262;p52"/>
          <p:cNvSpPr/>
          <p:nvPr/>
        </p:nvSpPr>
        <p:spPr>
          <a:xfrm>
            <a:off x="6096000" y="5634233"/>
            <a:ext cx="2020000" cy="581200"/>
          </a:xfrm>
          <a:prstGeom prst="roundRect">
            <a:avLst>
              <a:gd name="adj" fmla="val 16667"/>
            </a:avLst>
          </a:prstGeom>
          <a:gradFill>
            <a:gsLst>
              <a:gs pos="0">
                <a:srgbClr val="D8EDBA">
                  <a:alpha val="57647"/>
                </a:srgbClr>
              </a:gs>
              <a:gs pos="100000">
                <a:srgbClr val="FE9696">
                  <a:alpha val="73725"/>
                </a:srgbClr>
              </a:gs>
            </a:gsLst>
            <a:lin ang="13500032"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Output</a:t>
            </a:r>
            <a:endParaRPr sz="1467">
              <a:solidFill>
                <a:srgbClr val="666666"/>
              </a:solidFill>
            </a:endParaRPr>
          </a:p>
          <a:p>
            <a:pPr algn="ctr"/>
            <a:r>
              <a:rPr lang="en-GB" sz="1467">
                <a:solidFill>
                  <a:srgbClr val="666666"/>
                </a:solidFill>
              </a:rPr>
              <a:t>Embedding</a:t>
            </a:r>
            <a:endParaRPr sz="1467">
              <a:solidFill>
                <a:srgbClr val="666666"/>
              </a:solidFill>
            </a:endParaRPr>
          </a:p>
        </p:txBody>
      </p:sp>
      <p:cxnSp>
        <p:nvCxnSpPr>
          <p:cNvPr id="3263" name="Google Shape;3263;p52"/>
          <p:cNvCxnSpPr/>
          <p:nvPr/>
        </p:nvCxnSpPr>
        <p:spPr>
          <a:xfrm rot="10800000">
            <a:off x="7103000" y="6248600"/>
            <a:ext cx="6000" cy="307600"/>
          </a:xfrm>
          <a:prstGeom prst="straightConnector1">
            <a:avLst/>
          </a:prstGeom>
          <a:noFill/>
          <a:ln w="9525" cap="flat" cmpd="sng">
            <a:solidFill>
              <a:schemeClr val="dk2"/>
            </a:solidFill>
            <a:prstDash val="solid"/>
            <a:round/>
            <a:headEnd type="none" w="med" len="med"/>
            <a:tailEnd type="triangle" w="med" len="med"/>
          </a:ln>
        </p:spPr>
      </p:cxnSp>
      <p:cxnSp>
        <p:nvCxnSpPr>
          <p:cNvPr id="3264" name="Google Shape;3264;p52"/>
          <p:cNvCxnSpPr>
            <a:stCxn id="3257" idx="6"/>
            <a:endCxn id="3255" idx="2"/>
          </p:cNvCxnSpPr>
          <p:nvPr/>
        </p:nvCxnSpPr>
        <p:spPr>
          <a:xfrm>
            <a:off x="3830865" y="5192265"/>
            <a:ext cx="296400" cy="0"/>
          </a:xfrm>
          <a:prstGeom prst="straightConnector1">
            <a:avLst/>
          </a:prstGeom>
          <a:noFill/>
          <a:ln w="9525" cap="flat" cmpd="sng">
            <a:solidFill>
              <a:schemeClr val="dk2"/>
            </a:solidFill>
            <a:prstDash val="solid"/>
            <a:round/>
            <a:headEnd type="none" w="med" len="med"/>
            <a:tailEnd type="none" w="med" len="med"/>
          </a:ln>
        </p:spPr>
      </p:cxnSp>
      <p:cxnSp>
        <p:nvCxnSpPr>
          <p:cNvPr id="3265" name="Google Shape;3265;p52"/>
          <p:cNvCxnSpPr>
            <a:stCxn id="3250" idx="2"/>
            <a:endCxn id="3251" idx="1"/>
          </p:cNvCxnSpPr>
          <p:nvPr/>
        </p:nvCxnSpPr>
        <p:spPr>
          <a:xfrm rot="5400000" flipH="1">
            <a:off x="3424667" y="3642333"/>
            <a:ext cx="736800" cy="1010000"/>
          </a:xfrm>
          <a:prstGeom prst="bentConnector4">
            <a:avLst>
              <a:gd name="adj1" fmla="val -33297"/>
              <a:gd name="adj2" fmla="val 121752"/>
            </a:avLst>
          </a:prstGeom>
          <a:noFill/>
          <a:ln w="9525" cap="flat" cmpd="sng">
            <a:solidFill>
              <a:schemeClr val="dk2"/>
            </a:solidFill>
            <a:prstDash val="solid"/>
            <a:round/>
            <a:headEnd type="none" w="med" len="med"/>
            <a:tailEnd type="triangle" w="med" len="med"/>
          </a:ln>
        </p:spPr>
      </p:cxnSp>
      <p:cxnSp>
        <p:nvCxnSpPr>
          <p:cNvPr id="3266" name="Google Shape;3266;p52"/>
          <p:cNvCxnSpPr>
            <a:stCxn id="3251" idx="2"/>
          </p:cNvCxnSpPr>
          <p:nvPr/>
        </p:nvCxnSpPr>
        <p:spPr>
          <a:xfrm>
            <a:off x="4297933" y="3909800"/>
            <a:ext cx="0" cy="0"/>
          </a:xfrm>
          <a:prstGeom prst="straightConnector1">
            <a:avLst/>
          </a:prstGeom>
          <a:noFill/>
          <a:ln w="9525" cap="flat" cmpd="sng">
            <a:solidFill>
              <a:schemeClr val="dk2"/>
            </a:solidFill>
            <a:prstDash val="solid"/>
            <a:round/>
            <a:headEnd type="none" w="med" len="med"/>
            <a:tailEnd type="none" w="med" len="med"/>
          </a:ln>
        </p:spPr>
      </p:cxnSp>
      <p:cxnSp>
        <p:nvCxnSpPr>
          <p:cNvPr id="3267" name="Google Shape;3267;p52"/>
          <p:cNvCxnSpPr>
            <a:stCxn id="3250" idx="0"/>
            <a:endCxn id="3251" idx="2"/>
          </p:cNvCxnSpPr>
          <p:nvPr/>
        </p:nvCxnSpPr>
        <p:spPr>
          <a:xfrm rot="10800000">
            <a:off x="4298067" y="3909733"/>
            <a:ext cx="0" cy="92400"/>
          </a:xfrm>
          <a:prstGeom prst="straightConnector1">
            <a:avLst/>
          </a:prstGeom>
          <a:noFill/>
          <a:ln w="9525" cap="flat" cmpd="sng">
            <a:solidFill>
              <a:srgbClr val="999999"/>
            </a:solidFill>
            <a:prstDash val="solid"/>
            <a:round/>
            <a:headEnd type="none" w="med" len="med"/>
            <a:tailEnd type="none" w="med" len="med"/>
          </a:ln>
        </p:spPr>
      </p:cxnSp>
      <p:sp>
        <p:nvSpPr>
          <p:cNvPr id="3268" name="Google Shape;3268;p52"/>
          <p:cNvSpPr/>
          <p:nvPr/>
        </p:nvSpPr>
        <p:spPr>
          <a:xfrm>
            <a:off x="3288000" y="2790467"/>
            <a:ext cx="2020000" cy="513600"/>
          </a:xfrm>
          <a:prstGeom prst="roundRect">
            <a:avLst>
              <a:gd name="adj" fmla="val 16667"/>
            </a:avLst>
          </a:prstGeom>
          <a:gradFill>
            <a:gsLst>
              <a:gs pos="0">
                <a:srgbClr val="00FFFF"/>
              </a:gs>
              <a:gs pos="100000">
                <a:srgbClr val="B0DAF1"/>
              </a:gs>
            </a:gsLst>
            <a:lin ang="0"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Feed</a:t>
            </a:r>
            <a:endParaRPr sz="1467">
              <a:solidFill>
                <a:srgbClr val="666666"/>
              </a:solidFill>
            </a:endParaRPr>
          </a:p>
          <a:p>
            <a:pPr algn="ctr"/>
            <a:r>
              <a:rPr lang="en-GB" sz="1467">
                <a:solidFill>
                  <a:srgbClr val="666666"/>
                </a:solidFill>
              </a:rPr>
              <a:t>Forward</a:t>
            </a:r>
            <a:endParaRPr sz="1467">
              <a:solidFill>
                <a:srgbClr val="666666"/>
              </a:solidFill>
            </a:endParaRPr>
          </a:p>
        </p:txBody>
      </p:sp>
      <p:sp>
        <p:nvSpPr>
          <p:cNvPr id="3269" name="Google Shape;3269;p52"/>
          <p:cNvSpPr/>
          <p:nvPr/>
        </p:nvSpPr>
        <p:spPr>
          <a:xfrm>
            <a:off x="3287867" y="2436533"/>
            <a:ext cx="2020000" cy="261600"/>
          </a:xfrm>
          <a:prstGeom prst="roundRect">
            <a:avLst>
              <a:gd name="adj" fmla="val 28518"/>
            </a:avLst>
          </a:prstGeom>
          <a:gradFill>
            <a:gsLst>
              <a:gs pos="0">
                <a:srgbClr val="69D4F4">
                  <a:alpha val="26274"/>
                </a:srgbClr>
              </a:gs>
              <a:gs pos="100000">
                <a:srgbClr val="9F39D5">
                  <a:alpha val="16862"/>
                </a:srgbClr>
              </a:gs>
            </a:gsLst>
            <a:lin ang="13500032"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Add &amp; Norm</a:t>
            </a:r>
            <a:endParaRPr sz="1467">
              <a:solidFill>
                <a:srgbClr val="666666"/>
              </a:solidFill>
            </a:endParaRPr>
          </a:p>
        </p:txBody>
      </p:sp>
      <p:cxnSp>
        <p:nvCxnSpPr>
          <p:cNvPr id="3270" name="Google Shape;3270;p52"/>
          <p:cNvCxnSpPr>
            <a:stCxn id="3251" idx="0"/>
            <a:endCxn id="3268" idx="2"/>
          </p:cNvCxnSpPr>
          <p:nvPr/>
        </p:nvCxnSpPr>
        <p:spPr>
          <a:xfrm rot="10800000">
            <a:off x="4297933" y="3304200"/>
            <a:ext cx="0" cy="344000"/>
          </a:xfrm>
          <a:prstGeom prst="straightConnector1">
            <a:avLst/>
          </a:prstGeom>
          <a:noFill/>
          <a:ln w="9525" cap="flat" cmpd="sng">
            <a:solidFill>
              <a:schemeClr val="dk2"/>
            </a:solidFill>
            <a:prstDash val="solid"/>
            <a:round/>
            <a:headEnd type="none" w="med" len="med"/>
            <a:tailEnd type="triangle" w="med" len="med"/>
          </a:ln>
        </p:spPr>
      </p:cxnSp>
      <p:cxnSp>
        <p:nvCxnSpPr>
          <p:cNvPr id="3271" name="Google Shape;3271;p52"/>
          <p:cNvCxnSpPr/>
          <p:nvPr/>
        </p:nvCxnSpPr>
        <p:spPr>
          <a:xfrm rot="5400000" flipH="1">
            <a:off x="3424667" y="2437133"/>
            <a:ext cx="736800" cy="1010000"/>
          </a:xfrm>
          <a:prstGeom prst="bentConnector4">
            <a:avLst>
              <a:gd name="adj1" fmla="val -25502"/>
              <a:gd name="adj2" fmla="val 121752"/>
            </a:avLst>
          </a:prstGeom>
          <a:noFill/>
          <a:ln w="9525" cap="flat" cmpd="sng">
            <a:solidFill>
              <a:schemeClr val="dk2"/>
            </a:solidFill>
            <a:prstDash val="solid"/>
            <a:round/>
            <a:headEnd type="none" w="med" len="med"/>
            <a:tailEnd type="triangle" w="med" len="med"/>
          </a:ln>
        </p:spPr>
      </p:cxnSp>
      <p:sp>
        <p:nvSpPr>
          <p:cNvPr id="3272" name="Google Shape;3272;p52"/>
          <p:cNvSpPr/>
          <p:nvPr/>
        </p:nvSpPr>
        <p:spPr>
          <a:xfrm>
            <a:off x="6096067" y="3681333"/>
            <a:ext cx="2020000" cy="845200"/>
          </a:xfrm>
          <a:prstGeom prst="roundRect">
            <a:avLst>
              <a:gd name="adj" fmla="val 16667"/>
            </a:avLst>
          </a:prstGeom>
          <a:gradFill>
            <a:gsLst>
              <a:gs pos="0">
                <a:srgbClr val="F7E9D4"/>
              </a:gs>
              <a:gs pos="100000">
                <a:srgbClr val="E6B94E"/>
              </a:gs>
            </a:gsLst>
            <a:lin ang="2700006"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Masked</a:t>
            </a:r>
            <a:endParaRPr sz="1467">
              <a:solidFill>
                <a:srgbClr val="666666"/>
              </a:solidFill>
            </a:endParaRPr>
          </a:p>
          <a:p>
            <a:pPr algn="ctr"/>
            <a:r>
              <a:rPr lang="en-GB" sz="1467">
                <a:solidFill>
                  <a:srgbClr val="666666"/>
                </a:solidFill>
              </a:rPr>
              <a:t>Multi-Head</a:t>
            </a:r>
            <a:endParaRPr sz="1467">
              <a:solidFill>
                <a:srgbClr val="666666"/>
              </a:solidFill>
            </a:endParaRPr>
          </a:p>
          <a:p>
            <a:pPr algn="ctr"/>
            <a:r>
              <a:rPr lang="en-GB" sz="1467">
                <a:solidFill>
                  <a:srgbClr val="666666"/>
                </a:solidFill>
              </a:rPr>
              <a:t>Attention</a:t>
            </a:r>
            <a:endParaRPr sz="1467">
              <a:solidFill>
                <a:srgbClr val="666666"/>
              </a:solidFill>
            </a:endParaRPr>
          </a:p>
        </p:txBody>
      </p:sp>
      <p:sp>
        <p:nvSpPr>
          <p:cNvPr id="3273" name="Google Shape;3273;p52"/>
          <p:cNvSpPr/>
          <p:nvPr/>
        </p:nvSpPr>
        <p:spPr>
          <a:xfrm>
            <a:off x="6095933" y="3327400"/>
            <a:ext cx="2020000" cy="261600"/>
          </a:xfrm>
          <a:prstGeom prst="roundRect">
            <a:avLst>
              <a:gd name="adj" fmla="val 28518"/>
            </a:avLst>
          </a:prstGeom>
          <a:gradFill>
            <a:gsLst>
              <a:gs pos="0">
                <a:srgbClr val="69D4F4">
                  <a:alpha val="26274"/>
                </a:srgbClr>
              </a:gs>
              <a:gs pos="100000">
                <a:srgbClr val="9F39D5">
                  <a:alpha val="16862"/>
                </a:srgbClr>
              </a:gs>
            </a:gsLst>
            <a:lin ang="13500032"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Add &amp; Norm</a:t>
            </a:r>
            <a:endParaRPr sz="1467">
              <a:solidFill>
                <a:srgbClr val="666666"/>
              </a:solidFill>
            </a:endParaRPr>
          </a:p>
        </p:txBody>
      </p:sp>
      <p:cxnSp>
        <p:nvCxnSpPr>
          <p:cNvPr id="3274" name="Google Shape;3274;p52"/>
          <p:cNvCxnSpPr>
            <a:stCxn id="3272" idx="0"/>
            <a:endCxn id="3273" idx="2"/>
          </p:cNvCxnSpPr>
          <p:nvPr/>
        </p:nvCxnSpPr>
        <p:spPr>
          <a:xfrm rot="10800000">
            <a:off x="7106067" y="3588933"/>
            <a:ext cx="0" cy="92400"/>
          </a:xfrm>
          <a:prstGeom prst="straightConnector1">
            <a:avLst/>
          </a:prstGeom>
          <a:noFill/>
          <a:ln w="9525" cap="flat" cmpd="sng">
            <a:solidFill>
              <a:srgbClr val="999999"/>
            </a:solidFill>
            <a:prstDash val="solid"/>
            <a:round/>
            <a:headEnd type="none" w="med" len="med"/>
            <a:tailEnd type="none" w="med" len="med"/>
          </a:ln>
        </p:spPr>
      </p:cxnSp>
      <p:grpSp>
        <p:nvGrpSpPr>
          <p:cNvPr id="3275" name="Google Shape;3275;p52"/>
          <p:cNvGrpSpPr/>
          <p:nvPr/>
        </p:nvGrpSpPr>
        <p:grpSpPr>
          <a:xfrm flipH="1">
            <a:off x="7560829" y="4945585"/>
            <a:ext cx="565601" cy="513600"/>
            <a:chOff x="7687999" y="1673849"/>
            <a:chExt cx="407181" cy="385200"/>
          </a:xfrm>
        </p:grpSpPr>
        <p:sp>
          <p:nvSpPr>
            <p:cNvPr id="3276" name="Google Shape;3276;p52"/>
            <p:cNvSpPr/>
            <p:nvPr/>
          </p:nvSpPr>
          <p:spPr>
            <a:xfrm>
              <a:off x="7687999" y="1673849"/>
              <a:ext cx="407100" cy="385200"/>
            </a:xfrm>
            <a:prstGeom prst="ellipse">
              <a:avLst/>
            </a:prstGeom>
            <a:gradFill>
              <a:gsLst>
                <a:gs pos="0">
                  <a:srgbClr val="69D4F4">
                    <a:alpha val="26274"/>
                  </a:srgbClr>
                </a:gs>
                <a:gs pos="100000">
                  <a:srgbClr val="9F39D5">
                    <a:alpha val="16862"/>
                  </a:srgbClr>
                </a:gs>
              </a:gsLst>
              <a:lin ang="13500032" scaled="0"/>
            </a:gra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rgbClr val="666666"/>
                </a:solidFill>
              </a:endParaRPr>
            </a:p>
          </p:txBody>
        </p:sp>
        <p:sp>
          <p:nvSpPr>
            <p:cNvPr id="3277" name="Google Shape;3277;p52"/>
            <p:cNvSpPr/>
            <p:nvPr/>
          </p:nvSpPr>
          <p:spPr>
            <a:xfrm>
              <a:off x="7695890" y="1786160"/>
              <a:ext cx="399290" cy="178980"/>
            </a:xfrm>
            <a:custGeom>
              <a:avLst/>
              <a:gdLst/>
              <a:ahLst/>
              <a:cxnLst/>
              <a:rect l="l" t="t" r="r" b="b"/>
              <a:pathLst>
                <a:path w="20772" h="9028" extrusionOk="0">
                  <a:moveTo>
                    <a:pt x="0" y="3089"/>
                  </a:moveTo>
                  <a:cubicBezTo>
                    <a:pt x="1222" y="2614"/>
                    <a:pt x="4819" y="-712"/>
                    <a:pt x="7331" y="238"/>
                  </a:cubicBezTo>
                  <a:cubicBezTo>
                    <a:pt x="9843" y="1188"/>
                    <a:pt x="12830" y="7841"/>
                    <a:pt x="15070" y="8791"/>
                  </a:cubicBezTo>
                  <a:cubicBezTo>
                    <a:pt x="17310" y="9741"/>
                    <a:pt x="19822" y="6415"/>
                    <a:pt x="20772" y="5940"/>
                  </a:cubicBezTo>
                </a:path>
              </a:pathLst>
            </a:custGeom>
            <a:noFill/>
            <a:ln w="9525" cap="flat" cmpd="sng">
              <a:solidFill>
                <a:schemeClr val="dk2"/>
              </a:solidFill>
              <a:prstDash val="solid"/>
              <a:round/>
              <a:headEnd type="none" w="med" len="med"/>
              <a:tailEnd type="none" w="med" len="med"/>
            </a:ln>
          </p:spPr>
        </p:sp>
      </p:grpSp>
      <p:cxnSp>
        <p:nvCxnSpPr>
          <p:cNvPr id="3278" name="Google Shape;3278;p52"/>
          <p:cNvCxnSpPr/>
          <p:nvPr/>
        </p:nvCxnSpPr>
        <p:spPr>
          <a:xfrm rot="10800000" flipH="1">
            <a:off x="7106000" y="5383433"/>
            <a:ext cx="8400" cy="250800"/>
          </a:xfrm>
          <a:prstGeom prst="straightConnector1">
            <a:avLst/>
          </a:prstGeom>
          <a:noFill/>
          <a:ln w="9525" cap="flat" cmpd="sng">
            <a:solidFill>
              <a:schemeClr val="dk2"/>
            </a:solidFill>
            <a:prstDash val="solid"/>
            <a:round/>
            <a:headEnd type="none" w="med" len="med"/>
            <a:tailEnd type="triangle" w="med" len="med"/>
          </a:ln>
        </p:spPr>
      </p:cxnSp>
      <p:cxnSp>
        <p:nvCxnSpPr>
          <p:cNvPr id="3279" name="Google Shape;3279;p52"/>
          <p:cNvCxnSpPr>
            <a:stCxn id="3276" idx="6"/>
            <a:endCxn id="3280" idx="2"/>
          </p:cNvCxnSpPr>
          <p:nvPr/>
        </p:nvCxnSpPr>
        <p:spPr>
          <a:xfrm rot="10800000">
            <a:off x="7283740" y="5202385"/>
            <a:ext cx="277200" cy="0"/>
          </a:xfrm>
          <a:prstGeom prst="straightConnector1">
            <a:avLst/>
          </a:prstGeom>
          <a:noFill/>
          <a:ln w="9525" cap="flat" cmpd="sng">
            <a:solidFill>
              <a:schemeClr val="dk2"/>
            </a:solidFill>
            <a:prstDash val="solid"/>
            <a:round/>
            <a:headEnd type="none" w="med" len="med"/>
            <a:tailEnd type="none" w="med" len="med"/>
          </a:ln>
        </p:spPr>
      </p:cxnSp>
      <p:cxnSp>
        <p:nvCxnSpPr>
          <p:cNvPr id="3281" name="Google Shape;3281;p52"/>
          <p:cNvCxnSpPr>
            <a:stCxn id="3280" idx="0"/>
          </p:cNvCxnSpPr>
          <p:nvPr/>
        </p:nvCxnSpPr>
        <p:spPr>
          <a:xfrm rot="10800000" flipH="1">
            <a:off x="7105940" y="4545785"/>
            <a:ext cx="4400" cy="484400"/>
          </a:xfrm>
          <a:prstGeom prst="straightConnector1">
            <a:avLst/>
          </a:prstGeom>
          <a:noFill/>
          <a:ln w="9525" cap="flat" cmpd="sng">
            <a:solidFill>
              <a:schemeClr val="dk2"/>
            </a:solidFill>
            <a:prstDash val="solid"/>
            <a:round/>
            <a:headEnd type="none" w="med" len="med"/>
            <a:tailEnd type="triangle" w="med" len="med"/>
          </a:ln>
        </p:spPr>
      </p:cxnSp>
      <p:cxnSp>
        <p:nvCxnSpPr>
          <p:cNvPr id="3282" name="Google Shape;3282;p52"/>
          <p:cNvCxnSpPr>
            <a:stCxn id="3248" idx="2"/>
            <a:endCxn id="3273" idx="3"/>
          </p:cNvCxnSpPr>
          <p:nvPr/>
        </p:nvCxnSpPr>
        <p:spPr>
          <a:xfrm rot="-5400000">
            <a:off x="6897533" y="3666600"/>
            <a:ext cx="1426800" cy="1010000"/>
          </a:xfrm>
          <a:prstGeom prst="bentConnector4">
            <a:avLst>
              <a:gd name="adj1" fmla="val 9329"/>
              <a:gd name="adj2" fmla="val 119119"/>
            </a:avLst>
          </a:prstGeom>
          <a:noFill/>
          <a:ln w="9525" cap="flat" cmpd="sng">
            <a:solidFill>
              <a:schemeClr val="dk2"/>
            </a:solidFill>
            <a:prstDash val="solid"/>
            <a:round/>
            <a:headEnd type="none" w="med" len="med"/>
            <a:tailEnd type="triangle" w="med" len="med"/>
          </a:ln>
        </p:spPr>
      </p:cxnSp>
      <p:sp>
        <p:nvSpPr>
          <p:cNvPr id="3283" name="Google Shape;3283;p52"/>
          <p:cNvSpPr/>
          <p:nvPr/>
        </p:nvSpPr>
        <p:spPr>
          <a:xfrm>
            <a:off x="6100267" y="2545467"/>
            <a:ext cx="2020000" cy="513600"/>
          </a:xfrm>
          <a:prstGeom prst="roundRect">
            <a:avLst>
              <a:gd name="adj" fmla="val 16667"/>
            </a:avLst>
          </a:prstGeom>
          <a:gradFill>
            <a:gsLst>
              <a:gs pos="0">
                <a:srgbClr val="F7E9D4"/>
              </a:gs>
              <a:gs pos="100000">
                <a:srgbClr val="E6B94E"/>
              </a:gs>
            </a:gsLst>
            <a:lin ang="2700006"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Multi-Head</a:t>
            </a:r>
            <a:endParaRPr sz="1467">
              <a:solidFill>
                <a:srgbClr val="666666"/>
              </a:solidFill>
            </a:endParaRPr>
          </a:p>
          <a:p>
            <a:pPr algn="ctr"/>
            <a:r>
              <a:rPr lang="en-GB" sz="1467">
                <a:solidFill>
                  <a:srgbClr val="666666"/>
                </a:solidFill>
              </a:rPr>
              <a:t>Attention</a:t>
            </a:r>
            <a:endParaRPr sz="1467">
              <a:solidFill>
                <a:srgbClr val="666666"/>
              </a:solidFill>
            </a:endParaRPr>
          </a:p>
        </p:txBody>
      </p:sp>
      <p:sp>
        <p:nvSpPr>
          <p:cNvPr id="3284" name="Google Shape;3284;p52"/>
          <p:cNvSpPr/>
          <p:nvPr/>
        </p:nvSpPr>
        <p:spPr>
          <a:xfrm>
            <a:off x="6100133" y="2191533"/>
            <a:ext cx="2020000" cy="261600"/>
          </a:xfrm>
          <a:prstGeom prst="roundRect">
            <a:avLst>
              <a:gd name="adj" fmla="val 28518"/>
            </a:avLst>
          </a:prstGeom>
          <a:gradFill>
            <a:gsLst>
              <a:gs pos="0">
                <a:srgbClr val="69D4F4">
                  <a:alpha val="26274"/>
                </a:srgbClr>
              </a:gs>
              <a:gs pos="100000">
                <a:srgbClr val="9F39D5">
                  <a:alpha val="16862"/>
                </a:srgbClr>
              </a:gs>
            </a:gsLst>
            <a:lin ang="13500032"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Add &amp; Norm</a:t>
            </a:r>
            <a:endParaRPr sz="1467">
              <a:solidFill>
                <a:srgbClr val="666666"/>
              </a:solidFill>
            </a:endParaRPr>
          </a:p>
        </p:txBody>
      </p:sp>
      <p:cxnSp>
        <p:nvCxnSpPr>
          <p:cNvPr id="3285" name="Google Shape;3285;p52"/>
          <p:cNvCxnSpPr>
            <a:stCxn id="3283" idx="0"/>
            <a:endCxn id="3284" idx="2"/>
          </p:cNvCxnSpPr>
          <p:nvPr/>
        </p:nvCxnSpPr>
        <p:spPr>
          <a:xfrm rot="10800000">
            <a:off x="7110267" y="2453067"/>
            <a:ext cx="0" cy="92400"/>
          </a:xfrm>
          <a:prstGeom prst="straightConnector1">
            <a:avLst/>
          </a:prstGeom>
          <a:noFill/>
          <a:ln w="9525" cap="flat" cmpd="sng">
            <a:solidFill>
              <a:srgbClr val="999999"/>
            </a:solidFill>
            <a:prstDash val="solid"/>
            <a:round/>
            <a:headEnd type="none" w="med" len="med"/>
            <a:tailEnd type="none" w="med" len="med"/>
          </a:ln>
        </p:spPr>
      </p:cxnSp>
      <p:sp>
        <p:nvSpPr>
          <p:cNvPr id="3286" name="Google Shape;3286;p52"/>
          <p:cNvSpPr/>
          <p:nvPr/>
        </p:nvSpPr>
        <p:spPr>
          <a:xfrm>
            <a:off x="6100333" y="1409600"/>
            <a:ext cx="2020000" cy="513600"/>
          </a:xfrm>
          <a:prstGeom prst="roundRect">
            <a:avLst>
              <a:gd name="adj" fmla="val 16667"/>
            </a:avLst>
          </a:prstGeom>
          <a:gradFill>
            <a:gsLst>
              <a:gs pos="0">
                <a:srgbClr val="00FFFF"/>
              </a:gs>
              <a:gs pos="100000">
                <a:srgbClr val="B0DAF1"/>
              </a:gs>
            </a:gsLst>
            <a:lin ang="0"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Feed</a:t>
            </a:r>
            <a:endParaRPr sz="1467">
              <a:solidFill>
                <a:srgbClr val="666666"/>
              </a:solidFill>
            </a:endParaRPr>
          </a:p>
          <a:p>
            <a:pPr algn="ctr"/>
            <a:r>
              <a:rPr lang="en-GB" sz="1467">
                <a:solidFill>
                  <a:srgbClr val="666666"/>
                </a:solidFill>
              </a:rPr>
              <a:t>Forward</a:t>
            </a:r>
            <a:endParaRPr sz="1467">
              <a:solidFill>
                <a:srgbClr val="666666"/>
              </a:solidFill>
            </a:endParaRPr>
          </a:p>
        </p:txBody>
      </p:sp>
      <p:sp>
        <p:nvSpPr>
          <p:cNvPr id="3287" name="Google Shape;3287;p52"/>
          <p:cNvSpPr/>
          <p:nvPr/>
        </p:nvSpPr>
        <p:spPr>
          <a:xfrm>
            <a:off x="6100200" y="1055667"/>
            <a:ext cx="2020000" cy="261600"/>
          </a:xfrm>
          <a:prstGeom prst="roundRect">
            <a:avLst>
              <a:gd name="adj" fmla="val 28518"/>
            </a:avLst>
          </a:prstGeom>
          <a:gradFill>
            <a:gsLst>
              <a:gs pos="0">
                <a:srgbClr val="69D4F4">
                  <a:alpha val="26274"/>
                </a:srgbClr>
              </a:gs>
              <a:gs pos="100000">
                <a:srgbClr val="9F39D5">
                  <a:alpha val="16862"/>
                </a:srgbClr>
              </a:gs>
            </a:gsLst>
            <a:lin ang="13500032"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Add &amp; Norm</a:t>
            </a:r>
            <a:endParaRPr sz="1467">
              <a:solidFill>
                <a:srgbClr val="666666"/>
              </a:solidFill>
            </a:endParaRPr>
          </a:p>
        </p:txBody>
      </p:sp>
      <p:cxnSp>
        <p:nvCxnSpPr>
          <p:cNvPr id="3288" name="Google Shape;3288;p52"/>
          <p:cNvCxnSpPr>
            <a:stCxn id="3286" idx="0"/>
            <a:endCxn id="3287" idx="2"/>
          </p:cNvCxnSpPr>
          <p:nvPr/>
        </p:nvCxnSpPr>
        <p:spPr>
          <a:xfrm rot="10800000">
            <a:off x="7110333" y="1317200"/>
            <a:ext cx="0" cy="92400"/>
          </a:xfrm>
          <a:prstGeom prst="straightConnector1">
            <a:avLst/>
          </a:prstGeom>
          <a:noFill/>
          <a:ln w="9525" cap="flat" cmpd="sng">
            <a:solidFill>
              <a:srgbClr val="999999"/>
            </a:solidFill>
            <a:prstDash val="solid"/>
            <a:round/>
            <a:headEnd type="none" w="med" len="med"/>
            <a:tailEnd type="none" w="med" len="med"/>
          </a:ln>
        </p:spPr>
      </p:cxnSp>
      <p:sp>
        <p:nvSpPr>
          <p:cNvPr id="3289" name="Google Shape;3289;p52"/>
          <p:cNvSpPr/>
          <p:nvPr/>
        </p:nvSpPr>
        <p:spPr>
          <a:xfrm>
            <a:off x="6100333" y="555200"/>
            <a:ext cx="2020000" cy="261600"/>
          </a:xfrm>
          <a:prstGeom prst="roundRect">
            <a:avLst>
              <a:gd name="adj" fmla="val 28518"/>
            </a:avLst>
          </a:prstGeom>
          <a:gradFill>
            <a:gsLst>
              <a:gs pos="0">
                <a:srgbClr val="DE87F1">
                  <a:alpha val="39607"/>
                </a:srgbClr>
              </a:gs>
              <a:gs pos="100000">
                <a:srgbClr val="F1DD87"/>
              </a:gs>
            </a:gsLst>
            <a:lin ang="13500032"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Linear</a:t>
            </a:r>
            <a:endParaRPr sz="1467">
              <a:solidFill>
                <a:srgbClr val="666666"/>
              </a:solidFill>
            </a:endParaRPr>
          </a:p>
        </p:txBody>
      </p:sp>
      <p:sp>
        <p:nvSpPr>
          <p:cNvPr id="3290" name="Google Shape;3290;p52"/>
          <p:cNvSpPr/>
          <p:nvPr/>
        </p:nvSpPr>
        <p:spPr>
          <a:xfrm>
            <a:off x="6095933" y="79000"/>
            <a:ext cx="2020000" cy="261600"/>
          </a:xfrm>
          <a:prstGeom prst="roundRect">
            <a:avLst>
              <a:gd name="adj" fmla="val 28518"/>
            </a:avLst>
          </a:prstGeom>
          <a:gradFill>
            <a:gsLst>
              <a:gs pos="0">
                <a:srgbClr val="E0EDBA">
                  <a:alpha val="70980"/>
                </a:srgbClr>
              </a:gs>
              <a:gs pos="100000">
                <a:srgbClr val="B6D7A8"/>
              </a:gs>
            </a:gsLst>
            <a:lin ang="13500032" scaled="0"/>
          </a:gradFill>
          <a:ln w="19050" cap="flat" cmpd="sng">
            <a:solidFill>
              <a:srgbClr val="999999"/>
            </a:solidFill>
            <a:prstDash val="solid"/>
            <a:round/>
            <a:headEnd type="none" w="sm" len="sm"/>
            <a:tailEnd type="none" w="sm" len="sm"/>
          </a:ln>
        </p:spPr>
        <p:txBody>
          <a:bodyPr spcFirstLastPara="1" wrap="square" lIns="121900" tIns="121900" rIns="121900" bIns="121900" anchor="ctr" anchorCtr="0">
            <a:noAutofit/>
          </a:bodyPr>
          <a:lstStyle/>
          <a:p>
            <a:pPr algn="ctr"/>
            <a:r>
              <a:rPr lang="en-GB" sz="1467">
                <a:solidFill>
                  <a:srgbClr val="666666"/>
                </a:solidFill>
              </a:rPr>
              <a:t>Softmax</a:t>
            </a:r>
            <a:endParaRPr sz="1467">
              <a:solidFill>
                <a:srgbClr val="666666"/>
              </a:solidFill>
            </a:endParaRPr>
          </a:p>
        </p:txBody>
      </p:sp>
      <p:cxnSp>
        <p:nvCxnSpPr>
          <p:cNvPr id="3291" name="Google Shape;3291;p52"/>
          <p:cNvCxnSpPr>
            <a:stCxn id="3273" idx="0"/>
            <a:endCxn id="3283" idx="2"/>
          </p:cNvCxnSpPr>
          <p:nvPr/>
        </p:nvCxnSpPr>
        <p:spPr>
          <a:xfrm rot="10800000" flipH="1">
            <a:off x="7105933" y="3059000"/>
            <a:ext cx="4400" cy="268400"/>
          </a:xfrm>
          <a:prstGeom prst="straightConnector1">
            <a:avLst/>
          </a:prstGeom>
          <a:noFill/>
          <a:ln w="9525" cap="flat" cmpd="sng">
            <a:solidFill>
              <a:schemeClr val="dk2"/>
            </a:solidFill>
            <a:prstDash val="solid"/>
            <a:round/>
            <a:headEnd type="none" w="med" len="med"/>
            <a:tailEnd type="triangle" w="med" len="med"/>
          </a:ln>
        </p:spPr>
      </p:cxnSp>
      <p:cxnSp>
        <p:nvCxnSpPr>
          <p:cNvPr id="3292" name="Google Shape;3292;p52"/>
          <p:cNvCxnSpPr>
            <a:stCxn id="3284" idx="0"/>
            <a:endCxn id="3286" idx="2"/>
          </p:cNvCxnSpPr>
          <p:nvPr/>
        </p:nvCxnSpPr>
        <p:spPr>
          <a:xfrm rot="10800000" flipH="1">
            <a:off x="7110133" y="1923133"/>
            <a:ext cx="400" cy="268400"/>
          </a:xfrm>
          <a:prstGeom prst="straightConnector1">
            <a:avLst/>
          </a:prstGeom>
          <a:noFill/>
          <a:ln w="9525" cap="flat" cmpd="sng">
            <a:solidFill>
              <a:schemeClr val="dk2"/>
            </a:solidFill>
            <a:prstDash val="solid"/>
            <a:round/>
            <a:headEnd type="none" w="med" len="med"/>
            <a:tailEnd type="triangle" w="med" len="med"/>
          </a:ln>
        </p:spPr>
      </p:cxnSp>
      <p:cxnSp>
        <p:nvCxnSpPr>
          <p:cNvPr id="3293" name="Google Shape;3293;p52"/>
          <p:cNvCxnSpPr>
            <a:stCxn id="3284" idx="0"/>
            <a:endCxn id="3287" idx="3"/>
          </p:cNvCxnSpPr>
          <p:nvPr/>
        </p:nvCxnSpPr>
        <p:spPr>
          <a:xfrm rot="-5400000">
            <a:off x="7112533" y="1183933"/>
            <a:ext cx="1005200" cy="1010000"/>
          </a:xfrm>
          <a:prstGeom prst="bentConnector4">
            <a:avLst>
              <a:gd name="adj1" fmla="val 8668"/>
              <a:gd name="adj2" fmla="val 121389"/>
            </a:avLst>
          </a:prstGeom>
          <a:noFill/>
          <a:ln w="9525" cap="flat" cmpd="sng">
            <a:solidFill>
              <a:schemeClr val="dk2"/>
            </a:solidFill>
            <a:prstDash val="solid"/>
            <a:round/>
            <a:headEnd type="none" w="med" len="med"/>
            <a:tailEnd type="triangle" w="med" len="med"/>
          </a:ln>
        </p:spPr>
      </p:cxnSp>
      <p:cxnSp>
        <p:nvCxnSpPr>
          <p:cNvPr id="3294" name="Google Shape;3294;p52"/>
          <p:cNvCxnSpPr>
            <a:stCxn id="3287" idx="0"/>
            <a:endCxn id="3289" idx="2"/>
          </p:cNvCxnSpPr>
          <p:nvPr/>
        </p:nvCxnSpPr>
        <p:spPr>
          <a:xfrm rot="10800000">
            <a:off x="7110200" y="816867"/>
            <a:ext cx="0" cy="238800"/>
          </a:xfrm>
          <a:prstGeom prst="straightConnector1">
            <a:avLst/>
          </a:prstGeom>
          <a:noFill/>
          <a:ln w="9525" cap="flat" cmpd="sng">
            <a:solidFill>
              <a:schemeClr val="dk2"/>
            </a:solidFill>
            <a:prstDash val="solid"/>
            <a:round/>
            <a:headEnd type="none" w="med" len="med"/>
            <a:tailEnd type="triangle" w="med" len="med"/>
          </a:ln>
        </p:spPr>
      </p:cxnSp>
      <p:cxnSp>
        <p:nvCxnSpPr>
          <p:cNvPr id="3295" name="Google Shape;3295;p52"/>
          <p:cNvCxnSpPr/>
          <p:nvPr/>
        </p:nvCxnSpPr>
        <p:spPr>
          <a:xfrm rot="10800000">
            <a:off x="7105933" y="310167"/>
            <a:ext cx="0" cy="238800"/>
          </a:xfrm>
          <a:prstGeom prst="straightConnector1">
            <a:avLst/>
          </a:prstGeom>
          <a:noFill/>
          <a:ln w="9525" cap="flat" cmpd="sng">
            <a:solidFill>
              <a:schemeClr val="dk2"/>
            </a:solidFill>
            <a:prstDash val="solid"/>
            <a:round/>
            <a:headEnd type="none" w="med" len="med"/>
            <a:tailEnd type="triangle" w="med" len="med"/>
          </a:ln>
        </p:spPr>
      </p:cxnSp>
      <p:cxnSp>
        <p:nvCxnSpPr>
          <p:cNvPr id="3296" name="Google Shape;3296;p52"/>
          <p:cNvCxnSpPr/>
          <p:nvPr/>
        </p:nvCxnSpPr>
        <p:spPr>
          <a:xfrm rot="10800000">
            <a:off x="4298067" y="2698133"/>
            <a:ext cx="0" cy="92400"/>
          </a:xfrm>
          <a:prstGeom prst="straightConnector1">
            <a:avLst/>
          </a:prstGeom>
          <a:noFill/>
          <a:ln w="9525" cap="flat" cmpd="sng">
            <a:solidFill>
              <a:srgbClr val="999999"/>
            </a:solidFill>
            <a:prstDash val="solid"/>
            <a:round/>
            <a:headEnd type="none" w="med" len="med"/>
            <a:tailEnd type="none" w="med" len="med"/>
          </a:ln>
        </p:spPr>
      </p:cxnSp>
      <p:grpSp>
        <p:nvGrpSpPr>
          <p:cNvPr id="3297" name="Google Shape;3297;p52"/>
          <p:cNvGrpSpPr/>
          <p:nvPr/>
        </p:nvGrpSpPr>
        <p:grpSpPr>
          <a:xfrm>
            <a:off x="4297867" y="2436533"/>
            <a:ext cx="2443200" cy="801600"/>
            <a:chOff x="3223400" y="1827400"/>
            <a:chExt cx="1832400" cy="601200"/>
          </a:xfrm>
        </p:grpSpPr>
        <p:grpSp>
          <p:nvGrpSpPr>
            <p:cNvPr id="3298" name="Google Shape;3298;p52"/>
            <p:cNvGrpSpPr/>
            <p:nvPr/>
          </p:nvGrpSpPr>
          <p:grpSpPr>
            <a:xfrm>
              <a:off x="3223400" y="1827400"/>
              <a:ext cx="1832400" cy="601200"/>
              <a:chOff x="3223400" y="1827400"/>
              <a:chExt cx="1832400" cy="601200"/>
            </a:xfrm>
          </p:grpSpPr>
          <p:cxnSp>
            <p:nvCxnSpPr>
              <p:cNvPr id="3299" name="Google Shape;3299;p52"/>
              <p:cNvCxnSpPr>
                <a:stCxn id="3269" idx="0"/>
              </p:cNvCxnSpPr>
              <p:nvPr/>
            </p:nvCxnSpPr>
            <p:spPr>
              <a:xfrm rot="-5400000" flipH="1">
                <a:off x="3839000" y="1211800"/>
                <a:ext cx="601200" cy="1832400"/>
              </a:xfrm>
              <a:prstGeom prst="bentConnector4">
                <a:avLst>
                  <a:gd name="adj1" fmla="val -39608"/>
                  <a:gd name="adj2" fmla="val 70670"/>
                </a:avLst>
              </a:prstGeom>
              <a:noFill/>
              <a:ln w="9525" cap="flat" cmpd="sng">
                <a:solidFill>
                  <a:schemeClr val="dk2"/>
                </a:solidFill>
                <a:prstDash val="solid"/>
                <a:round/>
                <a:headEnd type="none" w="med" len="med"/>
                <a:tailEnd type="none" w="med" len="med"/>
              </a:ln>
            </p:spPr>
          </p:cxnSp>
          <p:cxnSp>
            <p:nvCxnSpPr>
              <p:cNvPr id="3300" name="Google Shape;3300;p52"/>
              <p:cNvCxnSpPr/>
              <p:nvPr/>
            </p:nvCxnSpPr>
            <p:spPr>
              <a:xfrm rot="10800000" flipH="1">
                <a:off x="5050575" y="2294150"/>
                <a:ext cx="3300" cy="134400"/>
              </a:xfrm>
              <a:prstGeom prst="straightConnector1">
                <a:avLst/>
              </a:prstGeom>
              <a:noFill/>
              <a:ln w="9525" cap="flat" cmpd="sng">
                <a:solidFill>
                  <a:schemeClr val="dk2"/>
                </a:solidFill>
                <a:prstDash val="solid"/>
                <a:round/>
                <a:headEnd type="none" w="med" len="med"/>
                <a:tailEnd type="triangle" w="med" len="med"/>
              </a:ln>
            </p:spPr>
          </p:cxnSp>
        </p:grpSp>
        <p:cxnSp>
          <p:nvCxnSpPr>
            <p:cNvPr id="3301" name="Google Shape;3301;p52"/>
            <p:cNvCxnSpPr/>
            <p:nvPr/>
          </p:nvCxnSpPr>
          <p:spPr>
            <a:xfrm rot="10800000" flipH="1">
              <a:off x="4810950" y="2291900"/>
              <a:ext cx="3300" cy="134400"/>
            </a:xfrm>
            <a:prstGeom prst="straightConnector1">
              <a:avLst/>
            </a:prstGeom>
            <a:noFill/>
            <a:ln w="9525" cap="flat" cmpd="sng">
              <a:solidFill>
                <a:schemeClr val="dk2"/>
              </a:solidFill>
              <a:prstDash val="solid"/>
              <a:round/>
              <a:headEnd type="none" w="med" len="med"/>
              <a:tailEnd type="triangle" w="med" len="med"/>
            </a:ln>
          </p:spPr>
        </p:cxnSp>
      </p:grpSp>
      <p:cxnSp>
        <p:nvCxnSpPr>
          <p:cNvPr id="3302" name="Google Shape;3302;p52"/>
          <p:cNvCxnSpPr>
            <a:endCxn id="3284" idx="3"/>
          </p:cNvCxnSpPr>
          <p:nvPr/>
        </p:nvCxnSpPr>
        <p:spPr>
          <a:xfrm rot="10800000" flipH="1">
            <a:off x="7107733" y="2322333"/>
            <a:ext cx="1012400" cy="888800"/>
          </a:xfrm>
          <a:prstGeom prst="bentConnector3">
            <a:avLst>
              <a:gd name="adj1" fmla="val 120670"/>
            </a:avLst>
          </a:prstGeom>
          <a:noFill/>
          <a:ln w="9525" cap="flat" cmpd="sng">
            <a:solidFill>
              <a:schemeClr val="dk2"/>
            </a:solidFill>
            <a:prstDash val="solid"/>
            <a:round/>
            <a:headEnd type="none" w="med" len="med"/>
            <a:tailEnd type="triangle" w="med" len="med"/>
          </a:ln>
        </p:spPr>
      </p:cxnSp>
      <p:grpSp>
        <p:nvGrpSpPr>
          <p:cNvPr id="3303" name="Google Shape;3303;p52"/>
          <p:cNvGrpSpPr/>
          <p:nvPr/>
        </p:nvGrpSpPr>
        <p:grpSpPr>
          <a:xfrm flipH="1">
            <a:off x="6928210" y="5030185"/>
            <a:ext cx="355463" cy="344400"/>
            <a:chOff x="2372506" y="3438683"/>
            <a:chExt cx="255900" cy="258300"/>
          </a:xfrm>
        </p:grpSpPr>
        <p:pic>
          <p:nvPicPr>
            <p:cNvPr id="3304" name="Google Shape;3304;p52" descr="+" title="MathEquation,#585858"/>
            <p:cNvPicPr preferRelativeResize="0"/>
            <p:nvPr/>
          </p:nvPicPr>
          <p:blipFill>
            <a:blip r:embed="rId3"/>
            <a:stretch>
              <a:fillRect/>
            </a:stretch>
          </p:blipFill>
          <p:spPr>
            <a:xfrm>
              <a:off x="2407953" y="3466746"/>
              <a:ext cx="185040" cy="202107"/>
            </a:xfrm>
            <a:prstGeom prst="rect">
              <a:avLst/>
            </a:prstGeom>
            <a:noFill/>
            <a:ln>
              <a:noFill/>
            </a:ln>
          </p:spPr>
        </p:pic>
        <p:sp>
          <p:nvSpPr>
            <p:cNvPr id="3280" name="Google Shape;3280;p52"/>
            <p:cNvSpPr/>
            <p:nvPr/>
          </p:nvSpPr>
          <p:spPr>
            <a:xfrm>
              <a:off x="2372506" y="3438683"/>
              <a:ext cx="255900" cy="258300"/>
            </a:xfrm>
            <a:prstGeom prst="ellipse">
              <a:avLst/>
            </a:prstGeom>
            <a:gradFill>
              <a:gsLst>
                <a:gs pos="0">
                  <a:srgbClr val="69D4F4">
                    <a:alpha val="26274"/>
                  </a:srgbClr>
                </a:gs>
                <a:gs pos="100000">
                  <a:srgbClr val="9F39D5">
                    <a:alpha val="16862"/>
                  </a:srgbClr>
                </a:gs>
              </a:gsLst>
              <a:lin ang="13500032" scaled="0"/>
            </a:gra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solidFill>
                  <a:srgbClr val="666666"/>
                </a:solidFill>
              </a:endParaRPr>
            </a:p>
          </p:txBody>
        </p:sp>
      </p:grpSp>
      <p:sp>
        <p:nvSpPr>
          <p:cNvPr id="3305" name="Google Shape;3305;p52"/>
          <p:cNvSpPr txBox="1"/>
          <p:nvPr/>
        </p:nvSpPr>
        <p:spPr>
          <a:xfrm>
            <a:off x="3920933" y="6401800"/>
            <a:ext cx="896000" cy="238800"/>
          </a:xfrm>
          <a:prstGeom prst="rect">
            <a:avLst/>
          </a:prstGeom>
          <a:noFill/>
          <a:ln>
            <a:noFill/>
          </a:ln>
        </p:spPr>
        <p:txBody>
          <a:bodyPr spcFirstLastPara="1" wrap="square" lIns="121900" tIns="121900" rIns="121900" bIns="121900" anchor="t" anchorCtr="0">
            <a:noAutofit/>
          </a:bodyPr>
          <a:lstStyle/>
          <a:p>
            <a:r>
              <a:rPr lang="en-GB" sz="1467">
                <a:solidFill>
                  <a:srgbClr val="999999"/>
                </a:solidFill>
              </a:rPr>
              <a:t>Inputs</a:t>
            </a:r>
            <a:endParaRPr sz="1467">
              <a:solidFill>
                <a:srgbClr val="999999"/>
              </a:solidFill>
            </a:endParaRPr>
          </a:p>
        </p:txBody>
      </p:sp>
      <p:sp>
        <p:nvSpPr>
          <p:cNvPr id="3306" name="Google Shape;3306;p52"/>
          <p:cNvSpPr txBox="1"/>
          <p:nvPr/>
        </p:nvSpPr>
        <p:spPr>
          <a:xfrm>
            <a:off x="6020933" y="6475067"/>
            <a:ext cx="2178800" cy="238800"/>
          </a:xfrm>
          <a:prstGeom prst="rect">
            <a:avLst/>
          </a:prstGeom>
          <a:noFill/>
          <a:ln>
            <a:noFill/>
          </a:ln>
        </p:spPr>
        <p:txBody>
          <a:bodyPr spcFirstLastPara="1" wrap="square" lIns="121900" tIns="121900" rIns="121900" bIns="121900" anchor="t" anchorCtr="0">
            <a:noAutofit/>
          </a:bodyPr>
          <a:lstStyle/>
          <a:p>
            <a:r>
              <a:rPr lang="en-GB" sz="1467">
                <a:solidFill>
                  <a:srgbClr val="999999"/>
                </a:solidFill>
              </a:rPr>
              <a:t>Outputs (shifted right)</a:t>
            </a:r>
            <a:endParaRPr sz="1467">
              <a:solidFill>
                <a:srgbClr val="999999"/>
              </a:solidFill>
            </a:endParaRPr>
          </a:p>
        </p:txBody>
      </p:sp>
      <p:sp>
        <p:nvSpPr>
          <p:cNvPr id="3307" name="Google Shape;3307;p52"/>
          <p:cNvSpPr txBox="1"/>
          <p:nvPr/>
        </p:nvSpPr>
        <p:spPr>
          <a:xfrm>
            <a:off x="7656667" y="4859384"/>
            <a:ext cx="2178800" cy="238800"/>
          </a:xfrm>
          <a:prstGeom prst="rect">
            <a:avLst/>
          </a:prstGeom>
          <a:noFill/>
          <a:ln>
            <a:noFill/>
          </a:ln>
        </p:spPr>
        <p:txBody>
          <a:bodyPr spcFirstLastPara="1" wrap="square" lIns="121900" tIns="121900" rIns="121900" bIns="121900" anchor="t" anchorCtr="0">
            <a:noAutofit/>
          </a:bodyPr>
          <a:lstStyle/>
          <a:p>
            <a:pPr algn="ctr"/>
            <a:r>
              <a:rPr lang="en-GB" sz="1467">
                <a:solidFill>
                  <a:srgbClr val="999999"/>
                </a:solidFill>
              </a:rPr>
              <a:t>Positional </a:t>
            </a:r>
            <a:endParaRPr sz="1467">
              <a:solidFill>
                <a:srgbClr val="999999"/>
              </a:solidFill>
            </a:endParaRPr>
          </a:p>
          <a:p>
            <a:pPr algn="ctr"/>
            <a:r>
              <a:rPr lang="en-GB" sz="1467">
                <a:solidFill>
                  <a:srgbClr val="999999"/>
                </a:solidFill>
              </a:rPr>
              <a:t>Encoding</a:t>
            </a:r>
            <a:endParaRPr sz="1467">
              <a:solidFill>
                <a:srgbClr val="999999"/>
              </a:solidFill>
            </a:endParaRPr>
          </a:p>
        </p:txBody>
      </p:sp>
      <p:sp>
        <p:nvSpPr>
          <p:cNvPr id="3308" name="Google Shape;3308;p52"/>
          <p:cNvSpPr txBox="1"/>
          <p:nvPr/>
        </p:nvSpPr>
        <p:spPr>
          <a:xfrm>
            <a:off x="1523867" y="4843984"/>
            <a:ext cx="2178800" cy="238800"/>
          </a:xfrm>
          <a:prstGeom prst="rect">
            <a:avLst/>
          </a:prstGeom>
          <a:noFill/>
          <a:ln>
            <a:noFill/>
          </a:ln>
        </p:spPr>
        <p:txBody>
          <a:bodyPr spcFirstLastPara="1" wrap="square" lIns="121900" tIns="121900" rIns="121900" bIns="121900" anchor="t" anchorCtr="0">
            <a:noAutofit/>
          </a:bodyPr>
          <a:lstStyle/>
          <a:p>
            <a:pPr algn="ctr"/>
            <a:r>
              <a:rPr lang="en-GB" sz="1467">
                <a:solidFill>
                  <a:srgbClr val="999999"/>
                </a:solidFill>
              </a:rPr>
              <a:t>Positional </a:t>
            </a:r>
            <a:endParaRPr sz="1467">
              <a:solidFill>
                <a:srgbClr val="999999"/>
              </a:solidFill>
            </a:endParaRPr>
          </a:p>
          <a:p>
            <a:pPr algn="ctr"/>
            <a:r>
              <a:rPr lang="en-GB" sz="1467">
                <a:solidFill>
                  <a:srgbClr val="999999"/>
                </a:solidFill>
              </a:rPr>
              <a:t>Encoding</a:t>
            </a:r>
            <a:endParaRPr sz="1467">
              <a:solidFill>
                <a:srgbClr val="999999"/>
              </a:solidFill>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763</Words>
  <Application>Microsoft Office PowerPoint</Application>
  <PresentationFormat>宽屏</PresentationFormat>
  <Paragraphs>81</Paragraphs>
  <Slides>6</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vt:i4>
      </vt:variant>
    </vt:vector>
  </HeadingPairs>
  <TitlesOfParts>
    <vt:vector size="11" baseType="lpstr">
      <vt:lpstr>等线</vt:lpstr>
      <vt:lpstr>等线 Light</vt:lpstr>
      <vt:lpstr>Arial</vt:lpstr>
      <vt:lpstr>Consolas</vt:lpstr>
      <vt:lpstr>Office 主题​​</vt:lpstr>
      <vt:lpstr>       ML Visuals               By dair.ai</vt:lpstr>
      <vt:lpstr>Basic components</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 Li</dc:creator>
  <cp:lastModifiedBy>Bo Li</cp:lastModifiedBy>
  <cp:revision>3</cp:revision>
  <dcterms:created xsi:type="dcterms:W3CDTF">2025-10-16T10:50:39Z</dcterms:created>
  <dcterms:modified xsi:type="dcterms:W3CDTF">2025-10-16T10:52:33Z</dcterms:modified>
</cp:coreProperties>
</file>